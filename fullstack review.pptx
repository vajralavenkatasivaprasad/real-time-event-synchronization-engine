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77696"/>
            <a:ext cx="548639" cy="14020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631681" y="1315465"/>
            <a:ext cx="1057910" cy="4914900"/>
          </a:xfrm>
          <a:custGeom>
            <a:avLst/>
            <a:gdLst/>
            <a:ahLst/>
            <a:cxnLst/>
            <a:rect l="l" t="t" r="r" b="b"/>
            <a:pathLst>
              <a:path w="1057909" h="4914900">
                <a:moveTo>
                  <a:pt x="702563" y="3860800"/>
                </a:moveTo>
                <a:lnTo>
                  <a:pt x="300227" y="3860800"/>
                </a:lnTo>
                <a:lnTo>
                  <a:pt x="291083" y="3835400"/>
                </a:lnTo>
                <a:lnTo>
                  <a:pt x="283463" y="3822700"/>
                </a:lnTo>
                <a:lnTo>
                  <a:pt x="274319" y="3797300"/>
                </a:lnTo>
                <a:lnTo>
                  <a:pt x="259080" y="3759200"/>
                </a:lnTo>
                <a:lnTo>
                  <a:pt x="249935" y="3746500"/>
                </a:lnTo>
                <a:lnTo>
                  <a:pt x="227076" y="3670300"/>
                </a:lnTo>
                <a:lnTo>
                  <a:pt x="220980" y="3670300"/>
                </a:lnTo>
                <a:lnTo>
                  <a:pt x="198119" y="3594100"/>
                </a:lnTo>
                <a:lnTo>
                  <a:pt x="192023" y="3581400"/>
                </a:lnTo>
                <a:lnTo>
                  <a:pt x="184404" y="3556000"/>
                </a:lnTo>
                <a:lnTo>
                  <a:pt x="172212" y="3517900"/>
                </a:lnTo>
                <a:lnTo>
                  <a:pt x="164591" y="3505200"/>
                </a:lnTo>
                <a:lnTo>
                  <a:pt x="140208" y="3429000"/>
                </a:lnTo>
                <a:lnTo>
                  <a:pt x="128016" y="3378200"/>
                </a:lnTo>
                <a:lnTo>
                  <a:pt x="123444" y="3365500"/>
                </a:lnTo>
                <a:lnTo>
                  <a:pt x="111251" y="3327400"/>
                </a:lnTo>
                <a:lnTo>
                  <a:pt x="96012" y="3263900"/>
                </a:lnTo>
                <a:lnTo>
                  <a:pt x="91439" y="3251200"/>
                </a:lnTo>
                <a:lnTo>
                  <a:pt x="86867" y="3213100"/>
                </a:lnTo>
                <a:lnTo>
                  <a:pt x="64007" y="3124200"/>
                </a:lnTo>
                <a:lnTo>
                  <a:pt x="60959" y="3098800"/>
                </a:lnTo>
                <a:lnTo>
                  <a:pt x="56387" y="3073400"/>
                </a:lnTo>
                <a:lnTo>
                  <a:pt x="53339" y="3060700"/>
                </a:lnTo>
                <a:lnTo>
                  <a:pt x="48767" y="3035300"/>
                </a:lnTo>
                <a:lnTo>
                  <a:pt x="42671" y="2984500"/>
                </a:lnTo>
                <a:lnTo>
                  <a:pt x="38100" y="2971800"/>
                </a:lnTo>
                <a:lnTo>
                  <a:pt x="32003" y="2933700"/>
                </a:lnTo>
                <a:lnTo>
                  <a:pt x="30480" y="2908300"/>
                </a:lnTo>
                <a:lnTo>
                  <a:pt x="21335" y="2844800"/>
                </a:lnTo>
                <a:lnTo>
                  <a:pt x="19812" y="2832100"/>
                </a:lnTo>
                <a:lnTo>
                  <a:pt x="13716" y="2755900"/>
                </a:lnTo>
                <a:lnTo>
                  <a:pt x="10667" y="2743200"/>
                </a:lnTo>
                <a:lnTo>
                  <a:pt x="7619" y="2692400"/>
                </a:lnTo>
                <a:lnTo>
                  <a:pt x="6096" y="2679700"/>
                </a:lnTo>
                <a:lnTo>
                  <a:pt x="4571" y="2641600"/>
                </a:lnTo>
                <a:lnTo>
                  <a:pt x="4571" y="2628900"/>
                </a:lnTo>
                <a:lnTo>
                  <a:pt x="1523" y="2590800"/>
                </a:lnTo>
                <a:lnTo>
                  <a:pt x="1523" y="2540000"/>
                </a:lnTo>
                <a:lnTo>
                  <a:pt x="0" y="2527300"/>
                </a:lnTo>
                <a:lnTo>
                  <a:pt x="0" y="2387600"/>
                </a:lnTo>
                <a:lnTo>
                  <a:pt x="1523" y="2374900"/>
                </a:lnTo>
                <a:lnTo>
                  <a:pt x="1523" y="2324100"/>
                </a:lnTo>
                <a:lnTo>
                  <a:pt x="4571" y="2286000"/>
                </a:lnTo>
                <a:lnTo>
                  <a:pt x="4571" y="2260600"/>
                </a:lnTo>
                <a:lnTo>
                  <a:pt x="7619" y="2222500"/>
                </a:lnTo>
                <a:lnTo>
                  <a:pt x="10667" y="2171700"/>
                </a:lnTo>
                <a:lnTo>
                  <a:pt x="13716" y="2146300"/>
                </a:lnTo>
                <a:lnTo>
                  <a:pt x="16764" y="2108200"/>
                </a:lnTo>
                <a:lnTo>
                  <a:pt x="32003" y="1981200"/>
                </a:lnTo>
                <a:lnTo>
                  <a:pt x="38100" y="1943100"/>
                </a:lnTo>
                <a:lnTo>
                  <a:pt x="42671" y="1917700"/>
                </a:lnTo>
                <a:lnTo>
                  <a:pt x="48767" y="1879600"/>
                </a:lnTo>
                <a:lnTo>
                  <a:pt x="53339" y="1854200"/>
                </a:lnTo>
                <a:lnTo>
                  <a:pt x="64007" y="1790700"/>
                </a:lnTo>
                <a:lnTo>
                  <a:pt x="86867" y="1689100"/>
                </a:lnTo>
                <a:lnTo>
                  <a:pt x="91439" y="1663700"/>
                </a:lnTo>
                <a:lnTo>
                  <a:pt x="96012" y="1651000"/>
                </a:lnTo>
                <a:lnTo>
                  <a:pt x="111251" y="1587500"/>
                </a:lnTo>
                <a:lnTo>
                  <a:pt x="117348" y="1574800"/>
                </a:lnTo>
                <a:lnTo>
                  <a:pt x="123444" y="1536700"/>
                </a:lnTo>
                <a:lnTo>
                  <a:pt x="128016" y="1524000"/>
                </a:lnTo>
                <a:lnTo>
                  <a:pt x="164591" y="1409700"/>
                </a:lnTo>
                <a:lnTo>
                  <a:pt x="172212" y="1384300"/>
                </a:lnTo>
                <a:lnTo>
                  <a:pt x="184404" y="1346200"/>
                </a:lnTo>
                <a:lnTo>
                  <a:pt x="192023" y="1320800"/>
                </a:lnTo>
                <a:lnTo>
                  <a:pt x="198119" y="1308100"/>
                </a:lnTo>
                <a:lnTo>
                  <a:pt x="220980" y="1244600"/>
                </a:lnTo>
                <a:lnTo>
                  <a:pt x="227076" y="1231900"/>
                </a:lnTo>
                <a:lnTo>
                  <a:pt x="249935" y="1168400"/>
                </a:lnTo>
                <a:lnTo>
                  <a:pt x="259080" y="1155700"/>
                </a:lnTo>
                <a:lnTo>
                  <a:pt x="274319" y="1117600"/>
                </a:lnTo>
                <a:lnTo>
                  <a:pt x="283463" y="1092200"/>
                </a:lnTo>
                <a:lnTo>
                  <a:pt x="291083" y="1079500"/>
                </a:lnTo>
                <a:lnTo>
                  <a:pt x="300227" y="1054100"/>
                </a:lnTo>
                <a:lnTo>
                  <a:pt x="307848" y="1041400"/>
                </a:lnTo>
                <a:lnTo>
                  <a:pt x="326135" y="1003300"/>
                </a:lnTo>
                <a:lnTo>
                  <a:pt x="333755" y="977900"/>
                </a:lnTo>
                <a:lnTo>
                  <a:pt x="361187" y="927100"/>
                </a:lnTo>
                <a:lnTo>
                  <a:pt x="371855" y="914400"/>
                </a:lnTo>
                <a:lnTo>
                  <a:pt x="399287" y="850900"/>
                </a:lnTo>
                <a:lnTo>
                  <a:pt x="409955" y="838200"/>
                </a:lnTo>
                <a:lnTo>
                  <a:pt x="419099" y="812800"/>
                </a:lnTo>
                <a:lnTo>
                  <a:pt x="429767" y="800100"/>
                </a:lnTo>
                <a:lnTo>
                  <a:pt x="438912" y="774700"/>
                </a:lnTo>
                <a:lnTo>
                  <a:pt x="460248" y="749300"/>
                </a:lnTo>
                <a:lnTo>
                  <a:pt x="469391" y="736600"/>
                </a:lnTo>
                <a:lnTo>
                  <a:pt x="501395" y="673100"/>
                </a:lnTo>
                <a:lnTo>
                  <a:pt x="512063" y="660400"/>
                </a:lnTo>
                <a:lnTo>
                  <a:pt x="524255" y="647700"/>
                </a:lnTo>
                <a:lnTo>
                  <a:pt x="556259" y="584200"/>
                </a:lnTo>
                <a:lnTo>
                  <a:pt x="568451" y="571500"/>
                </a:lnTo>
                <a:lnTo>
                  <a:pt x="579119" y="558800"/>
                </a:lnTo>
                <a:lnTo>
                  <a:pt x="591312" y="546100"/>
                </a:lnTo>
                <a:lnTo>
                  <a:pt x="601980" y="520700"/>
                </a:lnTo>
                <a:lnTo>
                  <a:pt x="638555" y="469900"/>
                </a:lnTo>
                <a:lnTo>
                  <a:pt x="649223" y="457200"/>
                </a:lnTo>
                <a:lnTo>
                  <a:pt x="661416" y="431800"/>
                </a:lnTo>
                <a:lnTo>
                  <a:pt x="697991" y="393700"/>
                </a:lnTo>
                <a:lnTo>
                  <a:pt x="711708" y="381000"/>
                </a:lnTo>
                <a:lnTo>
                  <a:pt x="736091" y="342900"/>
                </a:lnTo>
                <a:lnTo>
                  <a:pt x="749808" y="330200"/>
                </a:lnTo>
                <a:lnTo>
                  <a:pt x="774191" y="292100"/>
                </a:lnTo>
                <a:lnTo>
                  <a:pt x="801623" y="266700"/>
                </a:lnTo>
                <a:lnTo>
                  <a:pt x="813816" y="241300"/>
                </a:lnTo>
                <a:lnTo>
                  <a:pt x="854963" y="203200"/>
                </a:lnTo>
                <a:lnTo>
                  <a:pt x="867155" y="190500"/>
                </a:lnTo>
                <a:lnTo>
                  <a:pt x="908304" y="139700"/>
                </a:lnTo>
                <a:lnTo>
                  <a:pt x="923544" y="127000"/>
                </a:lnTo>
                <a:lnTo>
                  <a:pt x="950976" y="88900"/>
                </a:lnTo>
                <a:lnTo>
                  <a:pt x="1022604" y="25400"/>
                </a:lnTo>
                <a:lnTo>
                  <a:pt x="1037844" y="12700"/>
                </a:lnTo>
                <a:lnTo>
                  <a:pt x="1051559" y="0"/>
                </a:lnTo>
                <a:lnTo>
                  <a:pt x="1057655" y="0"/>
                </a:lnTo>
                <a:lnTo>
                  <a:pt x="1057655" y="520700"/>
                </a:lnTo>
                <a:lnTo>
                  <a:pt x="1054608" y="520700"/>
                </a:lnTo>
                <a:lnTo>
                  <a:pt x="1042416" y="546100"/>
                </a:lnTo>
                <a:lnTo>
                  <a:pt x="1031748" y="546100"/>
                </a:lnTo>
                <a:lnTo>
                  <a:pt x="1019555" y="571500"/>
                </a:lnTo>
                <a:lnTo>
                  <a:pt x="1007363" y="584200"/>
                </a:lnTo>
                <a:lnTo>
                  <a:pt x="1008887" y="584200"/>
                </a:lnTo>
                <a:lnTo>
                  <a:pt x="996695" y="596900"/>
                </a:lnTo>
                <a:lnTo>
                  <a:pt x="986027" y="609600"/>
                </a:lnTo>
                <a:lnTo>
                  <a:pt x="973835" y="622300"/>
                </a:lnTo>
                <a:lnTo>
                  <a:pt x="975359" y="622300"/>
                </a:lnTo>
                <a:lnTo>
                  <a:pt x="963167" y="635000"/>
                </a:lnTo>
                <a:lnTo>
                  <a:pt x="964691" y="635000"/>
                </a:lnTo>
                <a:lnTo>
                  <a:pt x="952499" y="660400"/>
                </a:lnTo>
                <a:lnTo>
                  <a:pt x="941831" y="660400"/>
                </a:lnTo>
                <a:lnTo>
                  <a:pt x="920495" y="698500"/>
                </a:lnTo>
                <a:lnTo>
                  <a:pt x="909827" y="711200"/>
                </a:lnTo>
                <a:lnTo>
                  <a:pt x="911351" y="711200"/>
                </a:lnTo>
                <a:lnTo>
                  <a:pt x="899159" y="736600"/>
                </a:lnTo>
                <a:lnTo>
                  <a:pt x="890016" y="736600"/>
                </a:lnTo>
                <a:lnTo>
                  <a:pt x="868680" y="774700"/>
                </a:lnTo>
                <a:lnTo>
                  <a:pt x="870204" y="774700"/>
                </a:lnTo>
                <a:lnTo>
                  <a:pt x="838199" y="812800"/>
                </a:lnTo>
                <a:lnTo>
                  <a:pt x="839723" y="812800"/>
                </a:lnTo>
                <a:lnTo>
                  <a:pt x="829055" y="838200"/>
                </a:lnTo>
                <a:lnTo>
                  <a:pt x="819912" y="850900"/>
                </a:lnTo>
                <a:lnTo>
                  <a:pt x="809244" y="863600"/>
                </a:lnTo>
                <a:lnTo>
                  <a:pt x="810767" y="863600"/>
                </a:lnTo>
                <a:lnTo>
                  <a:pt x="800099" y="889000"/>
                </a:lnTo>
                <a:lnTo>
                  <a:pt x="790955" y="889000"/>
                </a:lnTo>
                <a:lnTo>
                  <a:pt x="768095" y="939800"/>
                </a:lnTo>
                <a:lnTo>
                  <a:pt x="763523" y="939800"/>
                </a:lnTo>
                <a:lnTo>
                  <a:pt x="740663" y="990600"/>
                </a:lnTo>
                <a:lnTo>
                  <a:pt x="736091" y="990600"/>
                </a:lnTo>
                <a:lnTo>
                  <a:pt x="726948" y="1003300"/>
                </a:lnTo>
                <a:lnTo>
                  <a:pt x="728472" y="1003300"/>
                </a:lnTo>
                <a:lnTo>
                  <a:pt x="717804" y="1028700"/>
                </a:lnTo>
                <a:lnTo>
                  <a:pt x="719327" y="1028700"/>
                </a:lnTo>
                <a:lnTo>
                  <a:pt x="701040" y="1054100"/>
                </a:lnTo>
                <a:lnTo>
                  <a:pt x="702563" y="1054100"/>
                </a:lnTo>
                <a:lnTo>
                  <a:pt x="684276" y="1092200"/>
                </a:lnTo>
                <a:lnTo>
                  <a:pt x="685799" y="1092200"/>
                </a:lnTo>
                <a:lnTo>
                  <a:pt x="681227" y="1104900"/>
                </a:lnTo>
                <a:lnTo>
                  <a:pt x="676655" y="1104900"/>
                </a:lnTo>
                <a:lnTo>
                  <a:pt x="669035" y="1117600"/>
                </a:lnTo>
                <a:lnTo>
                  <a:pt x="659891" y="1143000"/>
                </a:lnTo>
                <a:lnTo>
                  <a:pt x="661416" y="1143000"/>
                </a:lnTo>
                <a:lnTo>
                  <a:pt x="652272" y="1155700"/>
                </a:lnTo>
                <a:lnTo>
                  <a:pt x="644651" y="1168400"/>
                </a:lnTo>
                <a:lnTo>
                  <a:pt x="621791" y="1231900"/>
                </a:lnTo>
                <a:lnTo>
                  <a:pt x="614172" y="1231900"/>
                </a:lnTo>
                <a:lnTo>
                  <a:pt x="598931" y="1270000"/>
                </a:lnTo>
                <a:lnTo>
                  <a:pt x="600455" y="1270000"/>
                </a:lnTo>
                <a:lnTo>
                  <a:pt x="585216" y="1308100"/>
                </a:lnTo>
                <a:lnTo>
                  <a:pt x="579119" y="1320800"/>
                </a:lnTo>
                <a:lnTo>
                  <a:pt x="571499" y="1346200"/>
                </a:lnTo>
                <a:lnTo>
                  <a:pt x="565404" y="1358900"/>
                </a:lnTo>
                <a:lnTo>
                  <a:pt x="557784" y="1384300"/>
                </a:lnTo>
                <a:lnTo>
                  <a:pt x="559308" y="1384300"/>
                </a:lnTo>
                <a:lnTo>
                  <a:pt x="551687" y="1397000"/>
                </a:lnTo>
                <a:lnTo>
                  <a:pt x="548639" y="1409700"/>
                </a:lnTo>
                <a:lnTo>
                  <a:pt x="545591" y="1409700"/>
                </a:lnTo>
                <a:lnTo>
                  <a:pt x="512064" y="1511300"/>
                </a:lnTo>
                <a:lnTo>
                  <a:pt x="509016" y="1511300"/>
                </a:lnTo>
                <a:lnTo>
                  <a:pt x="502919" y="1536700"/>
                </a:lnTo>
                <a:lnTo>
                  <a:pt x="498348" y="1549400"/>
                </a:lnTo>
                <a:lnTo>
                  <a:pt x="486155" y="1587500"/>
                </a:lnTo>
                <a:lnTo>
                  <a:pt x="487680" y="1587500"/>
                </a:lnTo>
                <a:lnTo>
                  <a:pt x="481584" y="1612900"/>
                </a:lnTo>
                <a:lnTo>
                  <a:pt x="477012" y="1625600"/>
                </a:lnTo>
                <a:lnTo>
                  <a:pt x="470916" y="1651000"/>
                </a:lnTo>
                <a:lnTo>
                  <a:pt x="466344" y="1651000"/>
                </a:lnTo>
                <a:lnTo>
                  <a:pt x="463296" y="1676400"/>
                </a:lnTo>
                <a:lnTo>
                  <a:pt x="461772" y="1676400"/>
                </a:lnTo>
                <a:lnTo>
                  <a:pt x="434340" y="1790700"/>
                </a:lnTo>
                <a:lnTo>
                  <a:pt x="435863" y="1790700"/>
                </a:lnTo>
                <a:lnTo>
                  <a:pt x="423672" y="1841500"/>
                </a:lnTo>
                <a:lnTo>
                  <a:pt x="419099" y="1866900"/>
                </a:lnTo>
                <a:lnTo>
                  <a:pt x="413004" y="1905000"/>
                </a:lnTo>
                <a:lnTo>
                  <a:pt x="408431" y="1917700"/>
                </a:lnTo>
                <a:lnTo>
                  <a:pt x="406907" y="1930400"/>
                </a:lnTo>
                <a:lnTo>
                  <a:pt x="405384" y="1930400"/>
                </a:lnTo>
                <a:lnTo>
                  <a:pt x="403351" y="1955800"/>
                </a:lnTo>
                <a:lnTo>
                  <a:pt x="402335" y="1955800"/>
                </a:lnTo>
                <a:lnTo>
                  <a:pt x="397459" y="1993900"/>
                </a:lnTo>
                <a:lnTo>
                  <a:pt x="396240" y="1993900"/>
                </a:lnTo>
                <a:lnTo>
                  <a:pt x="393191" y="2006600"/>
                </a:lnTo>
                <a:lnTo>
                  <a:pt x="391667" y="2032000"/>
                </a:lnTo>
                <a:lnTo>
                  <a:pt x="385572" y="2070100"/>
                </a:lnTo>
                <a:lnTo>
                  <a:pt x="380999" y="2108200"/>
                </a:lnTo>
                <a:lnTo>
                  <a:pt x="377951" y="2146300"/>
                </a:lnTo>
                <a:lnTo>
                  <a:pt x="374904" y="2159000"/>
                </a:lnTo>
                <a:lnTo>
                  <a:pt x="371855" y="2197100"/>
                </a:lnTo>
                <a:lnTo>
                  <a:pt x="370839" y="2222500"/>
                </a:lnTo>
                <a:lnTo>
                  <a:pt x="370331" y="2222500"/>
                </a:lnTo>
                <a:lnTo>
                  <a:pt x="367893" y="2260600"/>
                </a:lnTo>
                <a:lnTo>
                  <a:pt x="367284" y="2260600"/>
                </a:lnTo>
                <a:lnTo>
                  <a:pt x="367284" y="2273300"/>
                </a:lnTo>
                <a:lnTo>
                  <a:pt x="364845" y="2311400"/>
                </a:lnTo>
                <a:lnTo>
                  <a:pt x="364235" y="2311400"/>
                </a:lnTo>
                <a:lnTo>
                  <a:pt x="364235" y="2336800"/>
                </a:lnTo>
                <a:lnTo>
                  <a:pt x="362712" y="2362200"/>
                </a:lnTo>
                <a:lnTo>
                  <a:pt x="362712" y="2400300"/>
                </a:lnTo>
                <a:lnTo>
                  <a:pt x="361187" y="2413000"/>
                </a:lnTo>
                <a:lnTo>
                  <a:pt x="361187" y="2489200"/>
                </a:lnTo>
                <a:lnTo>
                  <a:pt x="362712" y="2514600"/>
                </a:lnTo>
                <a:lnTo>
                  <a:pt x="362712" y="2552700"/>
                </a:lnTo>
                <a:lnTo>
                  <a:pt x="364235" y="2565400"/>
                </a:lnTo>
                <a:lnTo>
                  <a:pt x="364235" y="2590800"/>
                </a:lnTo>
                <a:lnTo>
                  <a:pt x="367284" y="2628900"/>
                </a:lnTo>
                <a:lnTo>
                  <a:pt x="367284" y="2641600"/>
                </a:lnTo>
                <a:lnTo>
                  <a:pt x="370331" y="2679700"/>
                </a:lnTo>
                <a:lnTo>
                  <a:pt x="371855" y="2717800"/>
                </a:lnTo>
                <a:lnTo>
                  <a:pt x="372465" y="2717800"/>
                </a:lnTo>
                <a:lnTo>
                  <a:pt x="374904" y="2755900"/>
                </a:lnTo>
                <a:lnTo>
                  <a:pt x="377951" y="2755900"/>
                </a:lnTo>
                <a:lnTo>
                  <a:pt x="379476" y="2794000"/>
                </a:lnTo>
                <a:lnTo>
                  <a:pt x="380999" y="2794000"/>
                </a:lnTo>
                <a:lnTo>
                  <a:pt x="384048" y="2832100"/>
                </a:lnTo>
                <a:lnTo>
                  <a:pt x="385572" y="2832100"/>
                </a:lnTo>
                <a:lnTo>
                  <a:pt x="388619" y="2870200"/>
                </a:lnTo>
                <a:lnTo>
                  <a:pt x="391667" y="2870200"/>
                </a:lnTo>
                <a:lnTo>
                  <a:pt x="393191" y="2908300"/>
                </a:lnTo>
                <a:lnTo>
                  <a:pt x="394715" y="2908300"/>
                </a:lnTo>
                <a:lnTo>
                  <a:pt x="413004" y="3009900"/>
                </a:lnTo>
                <a:lnTo>
                  <a:pt x="419099" y="3048000"/>
                </a:lnTo>
                <a:lnTo>
                  <a:pt x="423672" y="3060700"/>
                </a:lnTo>
                <a:lnTo>
                  <a:pt x="426719" y="3086100"/>
                </a:lnTo>
                <a:lnTo>
                  <a:pt x="435863" y="3124200"/>
                </a:lnTo>
                <a:lnTo>
                  <a:pt x="434340" y="3124200"/>
                </a:lnTo>
                <a:lnTo>
                  <a:pt x="457199" y="3213100"/>
                </a:lnTo>
                <a:lnTo>
                  <a:pt x="459485" y="3213100"/>
                </a:lnTo>
                <a:lnTo>
                  <a:pt x="466344" y="3251200"/>
                </a:lnTo>
                <a:lnTo>
                  <a:pt x="472440" y="3263900"/>
                </a:lnTo>
                <a:lnTo>
                  <a:pt x="470916" y="3263900"/>
                </a:lnTo>
                <a:lnTo>
                  <a:pt x="477012" y="3289300"/>
                </a:lnTo>
                <a:lnTo>
                  <a:pt x="481584" y="3302000"/>
                </a:lnTo>
                <a:lnTo>
                  <a:pt x="487680" y="3327400"/>
                </a:lnTo>
                <a:lnTo>
                  <a:pt x="486155" y="3327400"/>
                </a:lnTo>
                <a:lnTo>
                  <a:pt x="498348" y="3365500"/>
                </a:lnTo>
                <a:lnTo>
                  <a:pt x="502919" y="3365500"/>
                </a:lnTo>
                <a:lnTo>
                  <a:pt x="533399" y="3467100"/>
                </a:lnTo>
                <a:lnTo>
                  <a:pt x="545591" y="3492500"/>
                </a:lnTo>
                <a:lnTo>
                  <a:pt x="551687" y="3517900"/>
                </a:lnTo>
                <a:lnTo>
                  <a:pt x="559308" y="3530600"/>
                </a:lnTo>
                <a:lnTo>
                  <a:pt x="557784" y="3530600"/>
                </a:lnTo>
                <a:lnTo>
                  <a:pt x="565404" y="3556000"/>
                </a:lnTo>
                <a:lnTo>
                  <a:pt x="571499" y="3568700"/>
                </a:lnTo>
                <a:lnTo>
                  <a:pt x="579119" y="3594100"/>
                </a:lnTo>
                <a:lnTo>
                  <a:pt x="585216" y="3594100"/>
                </a:lnTo>
                <a:lnTo>
                  <a:pt x="600455" y="3632200"/>
                </a:lnTo>
                <a:lnTo>
                  <a:pt x="598931" y="3632200"/>
                </a:lnTo>
                <a:lnTo>
                  <a:pt x="644651" y="3746500"/>
                </a:lnTo>
                <a:lnTo>
                  <a:pt x="652272" y="3746500"/>
                </a:lnTo>
                <a:lnTo>
                  <a:pt x="661416" y="3771900"/>
                </a:lnTo>
                <a:lnTo>
                  <a:pt x="659891" y="3771900"/>
                </a:lnTo>
                <a:lnTo>
                  <a:pt x="669035" y="3784600"/>
                </a:lnTo>
                <a:lnTo>
                  <a:pt x="676655" y="3797300"/>
                </a:lnTo>
                <a:lnTo>
                  <a:pt x="685799" y="3822700"/>
                </a:lnTo>
                <a:lnTo>
                  <a:pt x="684276" y="3822700"/>
                </a:lnTo>
                <a:lnTo>
                  <a:pt x="702563" y="3860800"/>
                </a:lnTo>
                <a:close/>
              </a:path>
              <a:path w="1057909" h="4914900">
                <a:moveTo>
                  <a:pt x="941831" y="673100"/>
                </a:moveTo>
                <a:lnTo>
                  <a:pt x="941831" y="660400"/>
                </a:lnTo>
                <a:lnTo>
                  <a:pt x="947927" y="660400"/>
                </a:lnTo>
                <a:lnTo>
                  <a:pt x="941831" y="673100"/>
                </a:lnTo>
                <a:close/>
              </a:path>
              <a:path w="1057909" h="4914900">
                <a:moveTo>
                  <a:pt x="763523" y="952500"/>
                </a:moveTo>
                <a:lnTo>
                  <a:pt x="763523" y="939800"/>
                </a:lnTo>
                <a:lnTo>
                  <a:pt x="768095" y="939800"/>
                </a:lnTo>
                <a:lnTo>
                  <a:pt x="763523" y="952500"/>
                </a:lnTo>
                <a:close/>
              </a:path>
              <a:path w="1057909" h="4914900">
                <a:moveTo>
                  <a:pt x="736091" y="1003300"/>
                </a:moveTo>
                <a:lnTo>
                  <a:pt x="736091" y="990600"/>
                </a:lnTo>
                <a:lnTo>
                  <a:pt x="740663" y="990600"/>
                </a:lnTo>
                <a:lnTo>
                  <a:pt x="736091" y="1003300"/>
                </a:lnTo>
                <a:close/>
              </a:path>
              <a:path w="1057909" h="4914900">
                <a:moveTo>
                  <a:pt x="676655" y="1117600"/>
                </a:moveTo>
                <a:lnTo>
                  <a:pt x="676655" y="1104900"/>
                </a:lnTo>
                <a:lnTo>
                  <a:pt x="681227" y="1104900"/>
                </a:lnTo>
                <a:lnTo>
                  <a:pt x="676655" y="1117600"/>
                </a:lnTo>
                <a:close/>
              </a:path>
              <a:path w="1057909" h="4914900">
                <a:moveTo>
                  <a:pt x="545591" y="1422400"/>
                </a:moveTo>
                <a:lnTo>
                  <a:pt x="545591" y="1409700"/>
                </a:lnTo>
                <a:lnTo>
                  <a:pt x="548639" y="1409700"/>
                </a:lnTo>
                <a:lnTo>
                  <a:pt x="545591" y="1422400"/>
                </a:lnTo>
                <a:close/>
              </a:path>
              <a:path w="1057909" h="4914900">
                <a:moveTo>
                  <a:pt x="509016" y="1524000"/>
                </a:moveTo>
                <a:lnTo>
                  <a:pt x="509016" y="1511300"/>
                </a:lnTo>
                <a:lnTo>
                  <a:pt x="512064" y="1511300"/>
                </a:lnTo>
                <a:lnTo>
                  <a:pt x="509016" y="1524000"/>
                </a:lnTo>
                <a:close/>
              </a:path>
              <a:path w="1057909" h="4914900">
                <a:moveTo>
                  <a:pt x="466344" y="1663700"/>
                </a:moveTo>
                <a:lnTo>
                  <a:pt x="466344" y="1651000"/>
                </a:lnTo>
                <a:lnTo>
                  <a:pt x="469392" y="1651000"/>
                </a:lnTo>
                <a:lnTo>
                  <a:pt x="466344" y="1663700"/>
                </a:lnTo>
                <a:close/>
              </a:path>
              <a:path w="1057909" h="4914900">
                <a:moveTo>
                  <a:pt x="461772" y="1689100"/>
                </a:moveTo>
                <a:lnTo>
                  <a:pt x="461772" y="1676400"/>
                </a:lnTo>
                <a:lnTo>
                  <a:pt x="463296" y="1676400"/>
                </a:lnTo>
                <a:lnTo>
                  <a:pt x="461772" y="1689100"/>
                </a:lnTo>
                <a:close/>
              </a:path>
              <a:path w="1057909" h="4914900">
                <a:moveTo>
                  <a:pt x="405384" y="1943100"/>
                </a:moveTo>
                <a:lnTo>
                  <a:pt x="405384" y="1930400"/>
                </a:lnTo>
                <a:lnTo>
                  <a:pt x="406907" y="1930400"/>
                </a:lnTo>
                <a:lnTo>
                  <a:pt x="405384" y="1943100"/>
                </a:lnTo>
                <a:close/>
              </a:path>
              <a:path w="1057909" h="4914900">
                <a:moveTo>
                  <a:pt x="364235" y="2324100"/>
                </a:moveTo>
                <a:lnTo>
                  <a:pt x="364235" y="2311400"/>
                </a:lnTo>
                <a:lnTo>
                  <a:pt x="364845" y="2311400"/>
                </a:lnTo>
                <a:lnTo>
                  <a:pt x="364235" y="2324100"/>
                </a:lnTo>
                <a:close/>
              </a:path>
              <a:path w="1057909" h="4914900">
                <a:moveTo>
                  <a:pt x="372465" y="2717800"/>
                </a:moveTo>
                <a:lnTo>
                  <a:pt x="371855" y="2717800"/>
                </a:lnTo>
                <a:lnTo>
                  <a:pt x="371855" y="2705100"/>
                </a:lnTo>
                <a:lnTo>
                  <a:pt x="372465" y="2717800"/>
                </a:lnTo>
                <a:close/>
              </a:path>
              <a:path w="1057909" h="4914900">
                <a:moveTo>
                  <a:pt x="376428" y="2755900"/>
                </a:moveTo>
                <a:lnTo>
                  <a:pt x="374904" y="2755900"/>
                </a:lnTo>
                <a:lnTo>
                  <a:pt x="374904" y="2743200"/>
                </a:lnTo>
                <a:lnTo>
                  <a:pt x="376428" y="2755900"/>
                </a:lnTo>
                <a:close/>
              </a:path>
              <a:path w="1057909" h="4914900">
                <a:moveTo>
                  <a:pt x="380237" y="2794000"/>
                </a:moveTo>
                <a:lnTo>
                  <a:pt x="379476" y="2794000"/>
                </a:lnTo>
                <a:lnTo>
                  <a:pt x="379476" y="2781300"/>
                </a:lnTo>
                <a:lnTo>
                  <a:pt x="380237" y="2794000"/>
                </a:lnTo>
                <a:close/>
              </a:path>
              <a:path w="1057909" h="4914900">
                <a:moveTo>
                  <a:pt x="384810" y="2832100"/>
                </a:moveTo>
                <a:lnTo>
                  <a:pt x="384048" y="2832100"/>
                </a:lnTo>
                <a:lnTo>
                  <a:pt x="384048" y="2819400"/>
                </a:lnTo>
                <a:lnTo>
                  <a:pt x="384810" y="2832100"/>
                </a:lnTo>
                <a:close/>
              </a:path>
              <a:path w="1057909" h="4914900">
                <a:moveTo>
                  <a:pt x="390143" y="2870200"/>
                </a:moveTo>
                <a:lnTo>
                  <a:pt x="388619" y="2870200"/>
                </a:lnTo>
                <a:lnTo>
                  <a:pt x="388619" y="2857500"/>
                </a:lnTo>
                <a:lnTo>
                  <a:pt x="390143" y="2870200"/>
                </a:lnTo>
                <a:close/>
              </a:path>
              <a:path w="1057909" h="4914900">
                <a:moveTo>
                  <a:pt x="394715" y="2908300"/>
                </a:moveTo>
                <a:lnTo>
                  <a:pt x="393191" y="2908300"/>
                </a:lnTo>
                <a:lnTo>
                  <a:pt x="393191" y="2895600"/>
                </a:lnTo>
                <a:lnTo>
                  <a:pt x="394715" y="2908300"/>
                </a:lnTo>
                <a:close/>
              </a:path>
              <a:path w="1057909" h="4914900">
                <a:moveTo>
                  <a:pt x="582167" y="3594100"/>
                </a:moveTo>
                <a:lnTo>
                  <a:pt x="579119" y="3594100"/>
                </a:lnTo>
                <a:lnTo>
                  <a:pt x="579119" y="3581400"/>
                </a:lnTo>
                <a:lnTo>
                  <a:pt x="582167" y="3594100"/>
                </a:lnTo>
                <a:close/>
              </a:path>
              <a:path w="1057909" h="4914900">
                <a:moveTo>
                  <a:pt x="648462" y="3746500"/>
                </a:moveTo>
                <a:lnTo>
                  <a:pt x="644651" y="3746500"/>
                </a:lnTo>
                <a:lnTo>
                  <a:pt x="644651" y="3733800"/>
                </a:lnTo>
                <a:lnTo>
                  <a:pt x="648462" y="3746500"/>
                </a:lnTo>
                <a:close/>
              </a:path>
              <a:path w="1057909" h="4914900">
                <a:moveTo>
                  <a:pt x="728472" y="3898900"/>
                </a:moveTo>
                <a:lnTo>
                  <a:pt x="316991" y="3898900"/>
                </a:lnTo>
                <a:lnTo>
                  <a:pt x="307848" y="3860800"/>
                </a:lnTo>
                <a:lnTo>
                  <a:pt x="710184" y="3860800"/>
                </a:lnTo>
                <a:lnTo>
                  <a:pt x="719327" y="3886200"/>
                </a:lnTo>
                <a:lnTo>
                  <a:pt x="717804" y="3886200"/>
                </a:lnTo>
                <a:lnTo>
                  <a:pt x="728472" y="3898900"/>
                </a:lnTo>
                <a:close/>
              </a:path>
              <a:path w="1057909" h="4914900">
                <a:moveTo>
                  <a:pt x="1057655" y="4914900"/>
                </a:moveTo>
                <a:lnTo>
                  <a:pt x="1051559" y="4914900"/>
                </a:lnTo>
                <a:lnTo>
                  <a:pt x="1037844" y="4889500"/>
                </a:lnTo>
                <a:lnTo>
                  <a:pt x="1022604" y="4889500"/>
                </a:lnTo>
                <a:lnTo>
                  <a:pt x="950976" y="4813300"/>
                </a:lnTo>
                <a:lnTo>
                  <a:pt x="923544" y="4775200"/>
                </a:lnTo>
                <a:lnTo>
                  <a:pt x="908304" y="4775200"/>
                </a:lnTo>
                <a:lnTo>
                  <a:pt x="867155" y="4724400"/>
                </a:lnTo>
                <a:lnTo>
                  <a:pt x="854963" y="4699000"/>
                </a:lnTo>
                <a:lnTo>
                  <a:pt x="813816" y="4660900"/>
                </a:lnTo>
                <a:lnTo>
                  <a:pt x="801623" y="4648200"/>
                </a:lnTo>
                <a:lnTo>
                  <a:pt x="787908" y="4622800"/>
                </a:lnTo>
                <a:lnTo>
                  <a:pt x="774191" y="4622800"/>
                </a:lnTo>
                <a:lnTo>
                  <a:pt x="749808" y="4584700"/>
                </a:lnTo>
                <a:lnTo>
                  <a:pt x="736091" y="4572000"/>
                </a:lnTo>
                <a:lnTo>
                  <a:pt x="711708" y="4533900"/>
                </a:lnTo>
                <a:lnTo>
                  <a:pt x="697991" y="4508500"/>
                </a:lnTo>
                <a:lnTo>
                  <a:pt x="685799" y="4508500"/>
                </a:lnTo>
                <a:lnTo>
                  <a:pt x="661416" y="4470400"/>
                </a:lnTo>
                <a:lnTo>
                  <a:pt x="649223" y="4457700"/>
                </a:lnTo>
                <a:lnTo>
                  <a:pt x="638555" y="4432300"/>
                </a:lnTo>
                <a:lnTo>
                  <a:pt x="601980" y="4394200"/>
                </a:lnTo>
                <a:lnTo>
                  <a:pt x="591312" y="4368800"/>
                </a:lnTo>
                <a:lnTo>
                  <a:pt x="579119" y="4356100"/>
                </a:lnTo>
                <a:lnTo>
                  <a:pt x="568451" y="4330700"/>
                </a:lnTo>
                <a:lnTo>
                  <a:pt x="556259" y="4318000"/>
                </a:lnTo>
                <a:lnTo>
                  <a:pt x="524255" y="4267200"/>
                </a:lnTo>
                <a:lnTo>
                  <a:pt x="512063" y="4241800"/>
                </a:lnTo>
                <a:lnTo>
                  <a:pt x="501395" y="4241800"/>
                </a:lnTo>
                <a:lnTo>
                  <a:pt x="469391" y="4178300"/>
                </a:lnTo>
                <a:lnTo>
                  <a:pt x="460248" y="4165600"/>
                </a:lnTo>
                <a:lnTo>
                  <a:pt x="438912" y="4127500"/>
                </a:lnTo>
                <a:lnTo>
                  <a:pt x="429767" y="4114800"/>
                </a:lnTo>
                <a:lnTo>
                  <a:pt x="419099" y="4089400"/>
                </a:lnTo>
                <a:lnTo>
                  <a:pt x="409955" y="4076700"/>
                </a:lnTo>
                <a:lnTo>
                  <a:pt x="399287" y="4051300"/>
                </a:lnTo>
                <a:lnTo>
                  <a:pt x="371855" y="4000500"/>
                </a:lnTo>
                <a:lnTo>
                  <a:pt x="361187" y="3975100"/>
                </a:lnTo>
                <a:lnTo>
                  <a:pt x="333755" y="3924300"/>
                </a:lnTo>
                <a:lnTo>
                  <a:pt x="326135" y="3898900"/>
                </a:lnTo>
                <a:lnTo>
                  <a:pt x="726948" y="3898900"/>
                </a:lnTo>
                <a:lnTo>
                  <a:pt x="736091" y="3911600"/>
                </a:lnTo>
                <a:lnTo>
                  <a:pt x="754380" y="3949700"/>
                </a:lnTo>
                <a:lnTo>
                  <a:pt x="763523" y="3962400"/>
                </a:lnTo>
                <a:lnTo>
                  <a:pt x="781812" y="4000500"/>
                </a:lnTo>
                <a:lnTo>
                  <a:pt x="800099" y="4025900"/>
                </a:lnTo>
                <a:lnTo>
                  <a:pt x="810767" y="4051300"/>
                </a:lnTo>
                <a:lnTo>
                  <a:pt x="819912" y="4051300"/>
                </a:lnTo>
                <a:lnTo>
                  <a:pt x="829055" y="4076700"/>
                </a:lnTo>
                <a:lnTo>
                  <a:pt x="839723" y="4089400"/>
                </a:lnTo>
                <a:lnTo>
                  <a:pt x="843533" y="4089400"/>
                </a:lnTo>
                <a:lnTo>
                  <a:pt x="848867" y="4102100"/>
                </a:lnTo>
                <a:lnTo>
                  <a:pt x="870204" y="4127500"/>
                </a:lnTo>
                <a:lnTo>
                  <a:pt x="868680" y="4127500"/>
                </a:lnTo>
                <a:lnTo>
                  <a:pt x="890016" y="4165600"/>
                </a:lnTo>
                <a:lnTo>
                  <a:pt x="895350" y="4165600"/>
                </a:lnTo>
                <a:lnTo>
                  <a:pt x="900684" y="4178300"/>
                </a:lnTo>
                <a:lnTo>
                  <a:pt x="899159" y="4178300"/>
                </a:lnTo>
                <a:lnTo>
                  <a:pt x="911351" y="4203700"/>
                </a:lnTo>
                <a:lnTo>
                  <a:pt x="909827" y="4203700"/>
                </a:lnTo>
                <a:lnTo>
                  <a:pt x="941831" y="4241800"/>
                </a:lnTo>
                <a:lnTo>
                  <a:pt x="954023" y="4254500"/>
                </a:lnTo>
                <a:lnTo>
                  <a:pt x="952499" y="4254500"/>
                </a:lnTo>
                <a:lnTo>
                  <a:pt x="964691" y="4267200"/>
                </a:lnTo>
                <a:lnTo>
                  <a:pt x="963167" y="4267200"/>
                </a:lnTo>
                <a:lnTo>
                  <a:pt x="975359" y="4279900"/>
                </a:lnTo>
                <a:lnTo>
                  <a:pt x="973835" y="4279900"/>
                </a:lnTo>
                <a:lnTo>
                  <a:pt x="986027" y="4292600"/>
                </a:lnTo>
                <a:lnTo>
                  <a:pt x="996695" y="4318000"/>
                </a:lnTo>
                <a:lnTo>
                  <a:pt x="1007363" y="4318000"/>
                </a:lnTo>
                <a:lnTo>
                  <a:pt x="1031748" y="4356100"/>
                </a:lnTo>
                <a:lnTo>
                  <a:pt x="1036319" y="4356100"/>
                </a:lnTo>
                <a:lnTo>
                  <a:pt x="1042416" y="4368800"/>
                </a:lnTo>
                <a:lnTo>
                  <a:pt x="1054608" y="4381500"/>
                </a:lnTo>
                <a:lnTo>
                  <a:pt x="1057655" y="4381500"/>
                </a:lnTo>
                <a:lnTo>
                  <a:pt x="1057655" y="4914900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17813" y="877263"/>
            <a:ext cx="6498590" cy="5438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2991" y="1733957"/>
            <a:ext cx="8713470" cy="3765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51978" y="774191"/>
            <a:ext cx="2937510" cy="944880"/>
          </a:xfrm>
          <a:custGeom>
            <a:avLst/>
            <a:gdLst/>
            <a:ahLst/>
            <a:cxnLst/>
            <a:rect l="l" t="t" r="r" b="b"/>
            <a:pathLst>
              <a:path w="2937509" h="944880">
                <a:moveTo>
                  <a:pt x="2937357" y="887730"/>
                </a:moveTo>
                <a:lnTo>
                  <a:pt x="1721205" y="887730"/>
                </a:lnTo>
                <a:lnTo>
                  <a:pt x="1699869" y="878840"/>
                </a:lnTo>
                <a:lnTo>
                  <a:pt x="1658721" y="878840"/>
                </a:lnTo>
                <a:lnTo>
                  <a:pt x="1638909" y="868680"/>
                </a:lnTo>
                <a:lnTo>
                  <a:pt x="1617573" y="868680"/>
                </a:lnTo>
                <a:lnTo>
                  <a:pt x="1577949" y="859790"/>
                </a:lnTo>
                <a:lnTo>
                  <a:pt x="1556613" y="849630"/>
                </a:lnTo>
                <a:lnTo>
                  <a:pt x="1516989" y="840740"/>
                </a:lnTo>
                <a:lnTo>
                  <a:pt x="1495653" y="840740"/>
                </a:lnTo>
                <a:lnTo>
                  <a:pt x="1456029" y="821690"/>
                </a:lnTo>
                <a:lnTo>
                  <a:pt x="1436217" y="821690"/>
                </a:lnTo>
                <a:lnTo>
                  <a:pt x="1257909" y="764540"/>
                </a:lnTo>
                <a:lnTo>
                  <a:pt x="1238097" y="754380"/>
                </a:lnTo>
                <a:lnTo>
                  <a:pt x="1219809" y="754380"/>
                </a:lnTo>
                <a:lnTo>
                  <a:pt x="1180185" y="735330"/>
                </a:lnTo>
                <a:lnTo>
                  <a:pt x="1160373" y="735330"/>
                </a:lnTo>
                <a:lnTo>
                  <a:pt x="1142085" y="726440"/>
                </a:lnTo>
                <a:lnTo>
                  <a:pt x="1122273" y="716280"/>
                </a:lnTo>
                <a:lnTo>
                  <a:pt x="1103985" y="707390"/>
                </a:lnTo>
                <a:lnTo>
                  <a:pt x="1084173" y="697230"/>
                </a:lnTo>
                <a:lnTo>
                  <a:pt x="1065885" y="697230"/>
                </a:lnTo>
                <a:lnTo>
                  <a:pt x="1046073" y="688340"/>
                </a:lnTo>
                <a:lnTo>
                  <a:pt x="1027785" y="678180"/>
                </a:lnTo>
                <a:lnTo>
                  <a:pt x="1007973" y="669290"/>
                </a:lnTo>
                <a:lnTo>
                  <a:pt x="971397" y="650240"/>
                </a:lnTo>
                <a:lnTo>
                  <a:pt x="953109" y="650240"/>
                </a:lnTo>
                <a:lnTo>
                  <a:pt x="768705" y="554990"/>
                </a:lnTo>
                <a:lnTo>
                  <a:pt x="751941" y="544830"/>
                </a:lnTo>
                <a:lnTo>
                  <a:pt x="662025" y="497840"/>
                </a:lnTo>
                <a:lnTo>
                  <a:pt x="645261" y="487680"/>
                </a:lnTo>
                <a:lnTo>
                  <a:pt x="626973" y="478790"/>
                </a:lnTo>
                <a:lnTo>
                  <a:pt x="610209" y="468630"/>
                </a:lnTo>
                <a:lnTo>
                  <a:pt x="591921" y="459740"/>
                </a:lnTo>
                <a:lnTo>
                  <a:pt x="541629" y="421640"/>
                </a:lnTo>
                <a:lnTo>
                  <a:pt x="523341" y="411480"/>
                </a:lnTo>
                <a:lnTo>
                  <a:pt x="489813" y="392430"/>
                </a:lnTo>
                <a:lnTo>
                  <a:pt x="456285" y="364490"/>
                </a:lnTo>
                <a:lnTo>
                  <a:pt x="422757" y="345440"/>
                </a:lnTo>
                <a:lnTo>
                  <a:pt x="389229" y="316230"/>
                </a:lnTo>
                <a:lnTo>
                  <a:pt x="372465" y="307340"/>
                </a:lnTo>
                <a:lnTo>
                  <a:pt x="357225" y="297180"/>
                </a:lnTo>
                <a:lnTo>
                  <a:pt x="323697" y="278130"/>
                </a:lnTo>
                <a:lnTo>
                  <a:pt x="308457" y="259080"/>
                </a:lnTo>
                <a:lnTo>
                  <a:pt x="291693" y="250190"/>
                </a:lnTo>
                <a:lnTo>
                  <a:pt x="276453" y="240030"/>
                </a:lnTo>
                <a:lnTo>
                  <a:pt x="259689" y="220980"/>
                </a:lnTo>
                <a:lnTo>
                  <a:pt x="229209" y="201930"/>
                </a:lnTo>
                <a:lnTo>
                  <a:pt x="212445" y="182880"/>
                </a:lnTo>
                <a:lnTo>
                  <a:pt x="181965" y="163830"/>
                </a:lnTo>
                <a:lnTo>
                  <a:pt x="166725" y="144780"/>
                </a:lnTo>
                <a:lnTo>
                  <a:pt x="136245" y="125730"/>
                </a:lnTo>
                <a:lnTo>
                  <a:pt x="121005" y="106680"/>
                </a:lnTo>
                <a:lnTo>
                  <a:pt x="60045" y="49530"/>
                </a:lnTo>
                <a:lnTo>
                  <a:pt x="46329" y="40640"/>
                </a:lnTo>
                <a:lnTo>
                  <a:pt x="15849" y="11430"/>
                </a:lnTo>
                <a:lnTo>
                  <a:pt x="2133" y="2540"/>
                </a:lnTo>
                <a:lnTo>
                  <a:pt x="0" y="0"/>
                </a:lnTo>
                <a:lnTo>
                  <a:pt x="456590" y="0"/>
                </a:lnTo>
                <a:lnTo>
                  <a:pt x="460857" y="2540"/>
                </a:lnTo>
                <a:lnTo>
                  <a:pt x="459333" y="2540"/>
                </a:lnTo>
                <a:lnTo>
                  <a:pt x="476097" y="11430"/>
                </a:lnTo>
                <a:lnTo>
                  <a:pt x="474573" y="11430"/>
                </a:lnTo>
                <a:lnTo>
                  <a:pt x="505053" y="30480"/>
                </a:lnTo>
                <a:lnTo>
                  <a:pt x="503529" y="30480"/>
                </a:lnTo>
                <a:lnTo>
                  <a:pt x="518769" y="49530"/>
                </a:lnTo>
                <a:lnTo>
                  <a:pt x="526389" y="49530"/>
                </a:lnTo>
                <a:lnTo>
                  <a:pt x="534009" y="59690"/>
                </a:lnTo>
                <a:lnTo>
                  <a:pt x="541629" y="59690"/>
                </a:lnTo>
                <a:lnTo>
                  <a:pt x="549249" y="68580"/>
                </a:lnTo>
                <a:lnTo>
                  <a:pt x="564489" y="78740"/>
                </a:lnTo>
                <a:lnTo>
                  <a:pt x="562965" y="78740"/>
                </a:lnTo>
                <a:lnTo>
                  <a:pt x="579729" y="87630"/>
                </a:lnTo>
                <a:lnTo>
                  <a:pt x="578205" y="87630"/>
                </a:lnTo>
                <a:lnTo>
                  <a:pt x="594969" y="97790"/>
                </a:lnTo>
                <a:lnTo>
                  <a:pt x="593445" y="97790"/>
                </a:lnTo>
                <a:lnTo>
                  <a:pt x="610209" y="106680"/>
                </a:lnTo>
                <a:lnTo>
                  <a:pt x="608685" y="106680"/>
                </a:lnTo>
                <a:lnTo>
                  <a:pt x="625449" y="116840"/>
                </a:lnTo>
                <a:lnTo>
                  <a:pt x="623925" y="116840"/>
                </a:lnTo>
                <a:lnTo>
                  <a:pt x="640689" y="125730"/>
                </a:lnTo>
                <a:lnTo>
                  <a:pt x="639165" y="125730"/>
                </a:lnTo>
                <a:lnTo>
                  <a:pt x="655929" y="135890"/>
                </a:lnTo>
                <a:lnTo>
                  <a:pt x="654405" y="135890"/>
                </a:lnTo>
                <a:lnTo>
                  <a:pt x="671169" y="144780"/>
                </a:lnTo>
                <a:lnTo>
                  <a:pt x="669645" y="144780"/>
                </a:lnTo>
                <a:lnTo>
                  <a:pt x="686409" y="163830"/>
                </a:lnTo>
                <a:lnTo>
                  <a:pt x="701649" y="173990"/>
                </a:lnTo>
                <a:lnTo>
                  <a:pt x="710031" y="173990"/>
                </a:lnTo>
                <a:lnTo>
                  <a:pt x="718413" y="182880"/>
                </a:lnTo>
                <a:lnTo>
                  <a:pt x="716889" y="182880"/>
                </a:lnTo>
                <a:lnTo>
                  <a:pt x="733653" y="193040"/>
                </a:lnTo>
                <a:lnTo>
                  <a:pt x="732129" y="193040"/>
                </a:lnTo>
                <a:lnTo>
                  <a:pt x="765657" y="212090"/>
                </a:lnTo>
                <a:lnTo>
                  <a:pt x="764133" y="212090"/>
                </a:lnTo>
                <a:lnTo>
                  <a:pt x="780897" y="220980"/>
                </a:lnTo>
                <a:lnTo>
                  <a:pt x="779373" y="220980"/>
                </a:lnTo>
                <a:lnTo>
                  <a:pt x="812901" y="240030"/>
                </a:lnTo>
                <a:lnTo>
                  <a:pt x="811377" y="240030"/>
                </a:lnTo>
                <a:lnTo>
                  <a:pt x="861669" y="259080"/>
                </a:lnTo>
                <a:lnTo>
                  <a:pt x="860145" y="259080"/>
                </a:lnTo>
                <a:lnTo>
                  <a:pt x="893673" y="278130"/>
                </a:lnTo>
                <a:lnTo>
                  <a:pt x="892149" y="278130"/>
                </a:lnTo>
                <a:lnTo>
                  <a:pt x="910437" y="288290"/>
                </a:lnTo>
                <a:lnTo>
                  <a:pt x="908913" y="288290"/>
                </a:lnTo>
                <a:lnTo>
                  <a:pt x="927201" y="297180"/>
                </a:lnTo>
                <a:lnTo>
                  <a:pt x="925677" y="297180"/>
                </a:lnTo>
                <a:lnTo>
                  <a:pt x="992733" y="335280"/>
                </a:lnTo>
                <a:lnTo>
                  <a:pt x="1007973" y="335280"/>
                </a:lnTo>
                <a:lnTo>
                  <a:pt x="1026261" y="345440"/>
                </a:lnTo>
                <a:lnTo>
                  <a:pt x="1024737" y="345440"/>
                </a:lnTo>
                <a:lnTo>
                  <a:pt x="1043025" y="354330"/>
                </a:lnTo>
                <a:lnTo>
                  <a:pt x="1041501" y="354330"/>
                </a:lnTo>
                <a:lnTo>
                  <a:pt x="1059789" y="364490"/>
                </a:lnTo>
                <a:lnTo>
                  <a:pt x="1093317" y="383540"/>
                </a:lnTo>
                <a:lnTo>
                  <a:pt x="1110081" y="383540"/>
                </a:lnTo>
                <a:lnTo>
                  <a:pt x="1128369" y="392430"/>
                </a:lnTo>
                <a:lnTo>
                  <a:pt x="1126845" y="392430"/>
                </a:lnTo>
                <a:lnTo>
                  <a:pt x="1145133" y="402590"/>
                </a:lnTo>
                <a:lnTo>
                  <a:pt x="1143609" y="402590"/>
                </a:lnTo>
                <a:lnTo>
                  <a:pt x="1180185" y="411480"/>
                </a:lnTo>
                <a:lnTo>
                  <a:pt x="1178661" y="411480"/>
                </a:lnTo>
                <a:lnTo>
                  <a:pt x="1196949" y="421640"/>
                </a:lnTo>
                <a:lnTo>
                  <a:pt x="1195425" y="421640"/>
                </a:lnTo>
                <a:lnTo>
                  <a:pt x="1232001" y="440690"/>
                </a:lnTo>
                <a:lnTo>
                  <a:pt x="1248765" y="440690"/>
                </a:lnTo>
                <a:lnTo>
                  <a:pt x="1267053" y="449580"/>
                </a:lnTo>
                <a:lnTo>
                  <a:pt x="1265529" y="449580"/>
                </a:lnTo>
                <a:lnTo>
                  <a:pt x="1283817" y="459740"/>
                </a:lnTo>
                <a:lnTo>
                  <a:pt x="1300581" y="459740"/>
                </a:lnTo>
                <a:lnTo>
                  <a:pt x="1337157" y="478790"/>
                </a:lnTo>
                <a:lnTo>
                  <a:pt x="1353921" y="478790"/>
                </a:lnTo>
                <a:lnTo>
                  <a:pt x="1390497" y="497840"/>
                </a:lnTo>
                <a:lnTo>
                  <a:pt x="1407261" y="497840"/>
                </a:lnTo>
                <a:lnTo>
                  <a:pt x="1427073" y="506730"/>
                </a:lnTo>
                <a:lnTo>
                  <a:pt x="1443837" y="506730"/>
                </a:lnTo>
                <a:lnTo>
                  <a:pt x="1462125" y="516890"/>
                </a:lnTo>
                <a:lnTo>
                  <a:pt x="1478889" y="516890"/>
                </a:lnTo>
                <a:lnTo>
                  <a:pt x="1498701" y="525780"/>
                </a:lnTo>
                <a:lnTo>
                  <a:pt x="1497177" y="525780"/>
                </a:lnTo>
                <a:lnTo>
                  <a:pt x="1516989" y="535940"/>
                </a:lnTo>
                <a:lnTo>
                  <a:pt x="1533753" y="535940"/>
                </a:lnTo>
                <a:lnTo>
                  <a:pt x="1553565" y="544830"/>
                </a:lnTo>
                <a:lnTo>
                  <a:pt x="1588617" y="544830"/>
                </a:lnTo>
                <a:lnTo>
                  <a:pt x="1608429" y="554990"/>
                </a:lnTo>
                <a:lnTo>
                  <a:pt x="1626717" y="554990"/>
                </a:lnTo>
                <a:lnTo>
                  <a:pt x="1663293" y="563880"/>
                </a:lnTo>
                <a:lnTo>
                  <a:pt x="1683105" y="574040"/>
                </a:lnTo>
                <a:lnTo>
                  <a:pt x="1699869" y="574040"/>
                </a:lnTo>
                <a:lnTo>
                  <a:pt x="1719681" y="582930"/>
                </a:lnTo>
                <a:lnTo>
                  <a:pt x="1756257" y="582930"/>
                </a:lnTo>
                <a:lnTo>
                  <a:pt x="1776069" y="593090"/>
                </a:lnTo>
                <a:lnTo>
                  <a:pt x="1812645" y="593090"/>
                </a:lnTo>
                <a:lnTo>
                  <a:pt x="1852269" y="601980"/>
                </a:lnTo>
                <a:lnTo>
                  <a:pt x="1869033" y="601980"/>
                </a:lnTo>
                <a:lnTo>
                  <a:pt x="1890369" y="612140"/>
                </a:lnTo>
                <a:lnTo>
                  <a:pt x="1926945" y="612140"/>
                </a:lnTo>
                <a:lnTo>
                  <a:pt x="1946757" y="621030"/>
                </a:lnTo>
                <a:lnTo>
                  <a:pt x="2022957" y="621030"/>
                </a:lnTo>
                <a:lnTo>
                  <a:pt x="2062581" y="631190"/>
                </a:lnTo>
                <a:lnTo>
                  <a:pt x="2138781" y="631190"/>
                </a:lnTo>
                <a:lnTo>
                  <a:pt x="2160117" y="640080"/>
                </a:lnTo>
                <a:lnTo>
                  <a:pt x="2937357" y="640080"/>
                </a:lnTo>
                <a:lnTo>
                  <a:pt x="2937357" y="887730"/>
                </a:lnTo>
                <a:close/>
              </a:path>
              <a:path w="2937509" h="944880">
                <a:moveTo>
                  <a:pt x="526389" y="49530"/>
                </a:moveTo>
                <a:lnTo>
                  <a:pt x="518769" y="49530"/>
                </a:lnTo>
                <a:lnTo>
                  <a:pt x="518769" y="40640"/>
                </a:lnTo>
                <a:lnTo>
                  <a:pt x="526389" y="49530"/>
                </a:lnTo>
                <a:close/>
              </a:path>
              <a:path w="2937509" h="944880">
                <a:moveTo>
                  <a:pt x="541629" y="59690"/>
                </a:moveTo>
                <a:lnTo>
                  <a:pt x="534009" y="59690"/>
                </a:lnTo>
                <a:lnTo>
                  <a:pt x="534009" y="49530"/>
                </a:lnTo>
                <a:lnTo>
                  <a:pt x="541629" y="59690"/>
                </a:lnTo>
                <a:close/>
              </a:path>
              <a:path w="2937509" h="944880">
                <a:moveTo>
                  <a:pt x="710031" y="173990"/>
                </a:moveTo>
                <a:lnTo>
                  <a:pt x="701649" y="173990"/>
                </a:lnTo>
                <a:lnTo>
                  <a:pt x="701649" y="163830"/>
                </a:lnTo>
                <a:lnTo>
                  <a:pt x="710031" y="173990"/>
                </a:lnTo>
                <a:close/>
              </a:path>
              <a:path w="2937509" h="944880">
                <a:moveTo>
                  <a:pt x="1248765" y="440690"/>
                </a:moveTo>
                <a:lnTo>
                  <a:pt x="1232001" y="440690"/>
                </a:lnTo>
                <a:lnTo>
                  <a:pt x="1230477" y="430530"/>
                </a:lnTo>
                <a:lnTo>
                  <a:pt x="1248765" y="440690"/>
                </a:lnTo>
                <a:close/>
              </a:path>
              <a:path w="2937509" h="944880">
                <a:moveTo>
                  <a:pt x="1535277" y="535940"/>
                </a:moveTo>
                <a:lnTo>
                  <a:pt x="1516989" y="535940"/>
                </a:lnTo>
                <a:lnTo>
                  <a:pt x="1515465" y="525780"/>
                </a:lnTo>
                <a:lnTo>
                  <a:pt x="1535277" y="535940"/>
                </a:lnTo>
                <a:close/>
              </a:path>
              <a:path w="2937509" h="944880">
                <a:moveTo>
                  <a:pt x="2937357" y="640080"/>
                </a:moveTo>
                <a:lnTo>
                  <a:pt x="2513685" y="640080"/>
                </a:lnTo>
                <a:lnTo>
                  <a:pt x="2553310" y="631190"/>
                </a:lnTo>
                <a:lnTo>
                  <a:pt x="2611221" y="631190"/>
                </a:lnTo>
                <a:lnTo>
                  <a:pt x="2650845" y="621030"/>
                </a:lnTo>
                <a:lnTo>
                  <a:pt x="2727045" y="621030"/>
                </a:lnTo>
                <a:lnTo>
                  <a:pt x="2746857" y="612140"/>
                </a:lnTo>
                <a:lnTo>
                  <a:pt x="2783433" y="612140"/>
                </a:lnTo>
                <a:lnTo>
                  <a:pt x="2823057" y="601980"/>
                </a:lnTo>
                <a:lnTo>
                  <a:pt x="2821533" y="601980"/>
                </a:lnTo>
                <a:lnTo>
                  <a:pt x="2861157" y="593090"/>
                </a:lnTo>
                <a:lnTo>
                  <a:pt x="2897733" y="593090"/>
                </a:lnTo>
                <a:lnTo>
                  <a:pt x="2917545" y="582930"/>
                </a:lnTo>
                <a:lnTo>
                  <a:pt x="2937357" y="582930"/>
                </a:lnTo>
                <a:lnTo>
                  <a:pt x="2937357" y="640080"/>
                </a:lnTo>
                <a:close/>
              </a:path>
              <a:path w="2937509" h="944880">
                <a:moveTo>
                  <a:pt x="2911449" y="897890"/>
                </a:moveTo>
                <a:lnTo>
                  <a:pt x="1762353" y="897890"/>
                </a:lnTo>
                <a:lnTo>
                  <a:pt x="1741017" y="887730"/>
                </a:lnTo>
                <a:lnTo>
                  <a:pt x="2931261" y="887730"/>
                </a:lnTo>
                <a:lnTo>
                  <a:pt x="2911449" y="897890"/>
                </a:lnTo>
                <a:close/>
              </a:path>
              <a:path w="2937509" h="944880">
                <a:moveTo>
                  <a:pt x="2786481" y="916940"/>
                </a:moveTo>
                <a:lnTo>
                  <a:pt x="1929993" y="916940"/>
                </a:lnTo>
                <a:lnTo>
                  <a:pt x="1865985" y="906780"/>
                </a:lnTo>
                <a:lnTo>
                  <a:pt x="1846173" y="906780"/>
                </a:lnTo>
                <a:lnTo>
                  <a:pt x="1803501" y="897890"/>
                </a:lnTo>
                <a:lnTo>
                  <a:pt x="2870301" y="897890"/>
                </a:lnTo>
                <a:lnTo>
                  <a:pt x="2806293" y="906780"/>
                </a:lnTo>
                <a:lnTo>
                  <a:pt x="2786481" y="916940"/>
                </a:lnTo>
                <a:close/>
              </a:path>
              <a:path w="2937509" h="944880">
                <a:moveTo>
                  <a:pt x="2701137" y="925830"/>
                </a:moveTo>
                <a:lnTo>
                  <a:pt x="1972665" y="925830"/>
                </a:lnTo>
                <a:lnTo>
                  <a:pt x="1951329" y="916940"/>
                </a:lnTo>
                <a:lnTo>
                  <a:pt x="2722474" y="916940"/>
                </a:lnTo>
                <a:lnTo>
                  <a:pt x="2701137" y="925830"/>
                </a:lnTo>
                <a:close/>
              </a:path>
              <a:path w="2937509" h="944880">
                <a:moveTo>
                  <a:pt x="2531974" y="935990"/>
                </a:moveTo>
                <a:lnTo>
                  <a:pt x="2163165" y="935990"/>
                </a:lnTo>
                <a:lnTo>
                  <a:pt x="2013813" y="925830"/>
                </a:lnTo>
                <a:lnTo>
                  <a:pt x="2659989" y="925830"/>
                </a:lnTo>
                <a:lnTo>
                  <a:pt x="2531974" y="935990"/>
                </a:lnTo>
                <a:close/>
              </a:path>
              <a:path w="2937509" h="944880">
                <a:moveTo>
                  <a:pt x="2445106" y="944880"/>
                </a:moveTo>
                <a:lnTo>
                  <a:pt x="2228697" y="944880"/>
                </a:lnTo>
                <a:lnTo>
                  <a:pt x="2207361" y="935990"/>
                </a:lnTo>
                <a:lnTo>
                  <a:pt x="2466442" y="935990"/>
                </a:lnTo>
                <a:lnTo>
                  <a:pt x="2445106" y="944880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1054178"/>
            <a:ext cx="753110" cy="4229100"/>
          </a:xfrm>
          <a:custGeom>
            <a:avLst/>
            <a:gdLst/>
            <a:ahLst/>
            <a:cxnLst/>
            <a:rect l="l" t="t" r="r" b="b"/>
            <a:pathLst>
              <a:path w="753110" h="4229100">
                <a:moveTo>
                  <a:pt x="45720" y="596900"/>
                </a:moveTo>
                <a:lnTo>
                  <a:pt x="27432" y="558800"/>
                </a:lnTo>
                <a:lnTo>
                  <a:pt x="18288" y="546100"/>
                </a:lnTo>
                <a:lnTo>
                  <a:pt x="7620" y="533400"/>
                </a:lnTo>
                <a:lnTo>
                  <a:pt x="9144" y="533400"/>
                </a:lnTo>
                <a:lnTo>
                  <a:pt x="0" y="508000"/>
                </a:lnTo>
                <a:lnTo>
                  <a:pt x="0" y="0"/>
                </a:lnTo>
                <a:lnTo>
                  <a:pt x="9144" y="0"/>
                </a:lnTo>
                <a:lnTo>
                  <a:pt x="22860" y="25400"/>
                </a:lnTo>
                <a:lnTo>
                  <a:pt x="47244" y="50800"/>
                </a:lnTo>
                <a:lnTo>
                  <a:pt x="71628" y="88900"/>
                </a:lnTo>
                <a:lnTo>
                  <a:pt x="83820" y="101600"/>
                </a:lnTo>
                <a:lnTo>
                  <a:pt x="108204" y="139700"/>
                </a:lnTo>
                <a:lnTo>
                  <a:pt x="120396" y="152400"/>
                </a:lnTo>
                <a:lnTo>
                  <a:pt x="131064" y="165100"/>
                </a:lnTo>
                <a:lnTo>
                  <a:pt x="137160" y="177800"/>
                </a:lnTo>
                <a:lnTo>
                  <a:pt x="155448" y="203200"/>
                </a:lnTo>
                <a:lnTo>
                  <a:pt x="166116" y="215900"/>
                </a:lnTo>
                <a:lnTo>
                  <a:pt x="178308" y="228600"/>
                </a:lnTo>
                <a:lnTo>
                  <a:pt x="199644" y="266700"/>
                </a:lnTo>
                <a:lnTo>
                  <a:pt x="211836" y="279400"/>
                </a:lnTo>
                <a:lnTo>
                  <a:pt x="243840" y="342900"/>
                </a:lnTo>
                <a:lnTo>
                  <a:pt x="265176" y="368300"/>
                </a:lnTo>
                <a:lnTo>
                  <a:pt x="297180" y="419100"/>
                </a:lnTo>
                <a:lnTo>
                  <a:pt x="306324" y="444500"/>
                </a:lnTo>
                <a:lnTo>
                  <a:pt x="316992" y="457200"/>
                </a:lnTo>
                <a:lnTo>
                  <a:pt x="326136" y="469900"/>
                </a:lnTo>
                <a:lnTo>
                  <a:pt x="336804" y="495300"/>
                </a:lnTo>
                <a:lnTo>
                  <a:pt x="345948" y="508000"/>
                </a:lnTo>
                <a:lnTo>
                  <a:pt x="356616" y="533400"/>
                </a:lnTo>
                <a:lnTo>
                  <a:pt x="385876" y="584200"/>
                </a:lnTo>
                <a:lnTo>
                  <a:pt x="45720" y="584200"/>
                </a:lnTo>
                <a:lnTo>
                  <a:pt x="45720" y="596900"/>
                </a:lnTo>
                <a:close/>
              </a:path>
              <a:path w="753110" h="4229100">
                <a:moveTo>
                  <a:pt x="211836" y="927100"/>
                </a:moveTo>
                <a:lnTo>
                  <a:pt x="173736" y="838200"/>
                </a:lnTo>
                <a:lnTo>
                  <a:pt x="166116" y="825500"/>
                </a:lnTo>
                <a:lnTo>
                  <a:pt x="156972" y="800100"/>
                </a:lnTo>
                <a:lnTo>
                  <a:pt x="158495" y="800100"/>
                </a:lnTo>
                <a:lnTo>
                  <a:pt x="149352" y="787400"/>
                </a:lnTo>
                <a:lnTo>
                  <a:pt x="141732" y="762000"/>
                </a:lnTo>
                <a:lnTo>
                  <a:pt x="134112" y="762000"/>
                </a:lnTo>
                <a:lnTo>
                  <a:pt x="115824" y="723900"/>
                </a:lnTo>
                <a:lnTo>
                  <a:pt x="117348" y="723900"/>
                </a:lnTo>
                <a:lnTo>
                  <a:pt x="89916" y="673100"/>
                </a:lnTo>
                <a:lnTo>
                  <a:pt x="91440" y="673100"/>
                </a:lnTo>
                <a:lnTo>
                  <a:pt x="64008" y="622300"/>
                </a:lnTo>
                <a:lnTo>
                  <a:pt x="45720" y="584200"/>
                </a:lnTo>
                <a:lnTo>
                  <a:pt x="385876" y="584200"/>
                </a:lnTo>
                <a:lnTo>
                  <a:pt x="429768" y="673100"/>
                </a:lnTo>
                <a:lnTo>
                  <a:pt x="437388" y="685800"/>
                </a:lnTo>
                <a:lnTo>
                  <a:pt x="455676" y="723900"/>
                </a:lnTo>
                <a:lnTo>
                  <a:pt x="463296" y="749300"/>
                </a:lnTo>
                <a:lnTo>
                  <a:pt x="472440" y="762000"/>
                </a:lnTo>
                <a:lnTo>
                  <a:pt x="499110" y="838200"/>
                </a:lnTo>
                <a:lnTo>
                  <a:pt x="502920" y="838200"/>
                </a:lnTo>
                <a:lnTo>
                  <a:pt x="512064" y="863600"/>
                </a:lnTo>
                <a:lnTo>
                  <a:pt x="519684" y="876300"/>
                </a:lnTo>
                <a:lnTo>
                  <a:pt x="525780" y="901700"/>
                </a:lnTo>
                <a:lnTo>
                  <a:pt x="533400" y="914400"/>
                </a:lnTo>
                <a:lnTo>
                  <a:pt x="210312" y="914400"/>
                </a:lnTo>
                <a:lnTo>
                  <a:pt x="211836" y="927100"/>
                </a:lnTo>
                <a:close/>
              </a:path>
              <a:path w="753110" h="4229100">
                <a:moveTo>
                  <a:pt x="141732" y="774700"/>
                </a:moveTo>
                <a:lnTo>
                  <a:pt x="132588" y="762000"/>
                </a:lnTo>
                <a:lnTo>
                  <a:pt x="141732" y="762000"/>
                </a:lnTo>
                <a:lnTo>
                  <a:pt x="141732" y="774700"/>
                </a:lnTo>
                <a:close/>
              </a:path>
              <a:path w="753110" h="4229100">
                <a:moveTo>
                  <a:pt x="335280" y="1282700"/>
                </a:moveTo>
                <a:lnTo>
                  <a:pt x="330708" y="1257300"/>
                </a:lnTo>
                <a:lnTo>
                  <a:pt x="324612" y="1244600"/>
                </a:lnTo>
                <a:lnTo>
                  <a:pt x="320040" y="1219200"/>
                </a:lnTo>
                <a:lnTo>
                  <a:pt x="301752" y="1168400"/>
                </a:lnTo>
                <a:lnTo>
                  <a:pt x="303276" y="1168400"/>
                </a:lnTo>
                <a:lnTo>
                  <a:pt x="297180" y="1143000"/>
                </a:lnTo>
                <a:lnTo>
                  <a:pt x="284988" y="1117600"/>
                </a:lnTo>
                <a:lnTo>
                  <a:pt x="272796" y="1079500"/>
                </a:lnTo>
                <a:lnTo>
                  <a:pt x="265176" y="1066800"/>
                </a:lnTo>
                <a:lnTo>
                  <a:pt x="266700" y="1066800"/>
                </a:lnTo>
                <a:lnTo>
                  <a:pt x="259080" y="1041400"/>
                </a:lnTo>
                <a:lnTo>
                  <a:pt x="252984" y="1028700"/>
                </a:lnTo>
                <a:lnTo>
                  <a:pt x="245364" y="1003300"/>
                </a:lnTo>
                <a:lnTo>
                  <a:pt x="246888" y="1003300"/>
                </a:lnTo>
                <a:lnTo>
                  <a:pt x="231648" y="977900"/>
                </a:lnTo>
                <a:lnTo>
                  <a:pt x="233172" y="977900"/>
                </a:lnTo>
                <a:lnTo>
                  <a:pt x="210312" y="914400"/>
                </a:lnTo>
                <a:lnTo>
                  <a:pt x="533400" y="914400"/>
                </a:lnTo>
                <a:lnTo>
                  <a:pt x="548640" y="952500"/>
                </a:lnTo>
                <a:lnTo>
                  <a:pt x="554736" y="977900"/>
                </a:lnTo>
                <a:lnTo>
                  <a:pt x="562356" y="990600"/>
                </a:lnTo>
                <a:lnTo>
                  <a:pt x="568452" y="1016000"/>
                </a:lnTo>
                <a:lnTo>
                  <a:pt x="576072" y="1028700"/>
                </a:lnTo>
                <a:lnTo>
                  <a:pt x="588264" y="1079500"/>
                </a:lnTo>
                <a:lnTo>
                  <a:pt x="594360" y="1092200"/>
                </a:lnTo>
                <a:lnTo>
                  <a:pt x="618744" y="1181100"/>
                </a:lnTo>
                <a:lnTo>
                  <a:pt x="630936" y="1219200"/>
                </a:lnTo>
                <a:lnTo>
                  <a:pt x="635508" y="1231900"/>
                </a:lnTo>
                <a:lnTo>
                  <a:pt x="641604" y="1257300"/>
                </a:lnTo>
                <a:lnTo>
                  <a:pt x="646176" y="1270000"/>
                </a:lnTo>
                <a:lnTo>
                  <a:pt x="335280" y="1270000"/>
                </a:lnTo>
                <a:lnTo>
                  <a:pt x="335280" y="1282700"/>
                </a:lnTo>
                <a:close/>
              </a:path>
              <a:path w="753110" h="4229100">
                <a:moveTo>
                  <a:pt x="403860" y="1574800"/>
                </a:moveTo>
                <a:lnTo>
                  <a:pt x="400812" y="1562100"/>
                </a:lnTo>
                <a:lnTo>
                  <a:pt x="396240" y="1536700"/>
                </a:lnTo>
                <a:lnTo>
                  <a:pt x="393192" y="1524000"/>
                </a:lnTo>
                <a:lnTo>
                  <a:pt x="388620" y="1498600"/>
                </a:lnTo>
                <a:lnTo>
                  <a:pt x="390144" y="1498600"/>
                </a:lnTo>
                <a:lnTo>
                  <a:pt x="377952" y="1447800"/>
                </a:lnTo>
                <a:lnTo>
                  <a:pt x="345948" y="1308100"/>
                </a:lnTo>
                <a:lnTo>
                  <a:pt x="339852" y="1295400"/>
                </a:lnTo>
                <a:lnTo>
                  <a:pt x="341376" y="1295400"/>
                </a:lnTo>
                <a:lnTo>
                  <a:pt x="335280" y="1270000"/>
                </a:lnTo>
                <a:lnTo>
                  <a:pt x="646176" y="1270000"/>
                </a:lnTo>
                <a:lnTo>
                  <a:pt x="652272" y="1295400"/>
                </a:lnTo>
                <a:lnTo>
                  <a:pt x="656844" y="1320800"/>
                </a:lnTo>
                <a:lnTo>
                  <a:pt x="688848" y="1447800"/>
                </a:lnTo>
                <a:lnTo>
                  <a:pt x="691896" y="1485900"/>
                </a:lnTo>
                <a:lnTo>
                  <a:pt x="696468" y="1498600"/>
                </a:lnTo>
                <a:lnTo>
                  <a:pt x="699516" y="1524000"/>
                </a:lnTo>
                <a:lnTo>
                  <a:pt x="704088" y="1536700"/>
                </a:lnTo>
                <a:lnTo>
                  <a:pt x="707136" y="1562100"/>
                </a:lnTo>
                <a:lnTo>
                  <a:pt x="403860" y="1562100"/>
                </a:lnTo>
                <a:lnTo>
                  <a:pt x="403860" y="1574800"/>
                </a:lnTo>
                <a:close/>
              </a:path>
              <a:path w="753110" h="4229100">
                <a:moveTo>
                  <a:pt x="409956" y="1612900"/>
                </a:moveTo>
                <a:lnTo>
                  <a:pt x="403860" y="1562100"/>
                </a:lnTo>
                <a:lnTo>
                  <a:pt x="708355" y="1562100"/>
                </a:lnTo>
                <a:lnTo>
                  <a:pt x="713232" y="1600200"/>
                </a:lnTo>
                <a:lnTo>
                  <a:pt x="409956" y="1600200"/>
                </a:lnTo>
                <a:lnTo>
                  <a:pt x="409956" y="1612900"/>
                </a:lnTo>
                <a:close/>
              </a:path>
              <a:path w="753110" h="4229100">
                <a:moveTo>
                  <a:pt x="416052" y="1651000"/>
                </a:moveTo>
                <a:lnTo>
                  <a:pt x="409956" y="1600200"/>
                </a:lnTo>
                <a:lnTo>
                  <a:pt x="713232" y="1600200"/>
                </a:lnTo>
                <a:lnTo>
                  <a:pt x="716280" y="1625600"/>
                </a:lnTo>
                <a:lnTo>
                  <a:pt x="718989" y="1638300"/>
                </a:lnTo>
                <a:lnTo>
                  <a:pt x="416052" y="1638300"/>
                </a:lnTo>
                <a:lnTo>
                  <a:pt x="416052" y="1651000"/>
                </a:lnTo>
                <a:close/>
              </a:path>
              <a:path w="753110" h="4229100">
                <a:moveTo>
                  <a:pt x="422148" y="1689100"/>
                </a:moveTo>
                <a:lnTo>
                  <a:pt x="416052" y="1638300"/>
                </a:lnTo>
                <a:lnTo>
                  <a:pt x="718989" y="1638300"/>
                </a:lnTo>
                <a:lnTo>
                  <a:pt x="724408" y="1676400"/>
                </a:lnTo>
                <a:lnTo>
                  <a:pt x="422148" y="1676400"/>
                </a:lnTo>
                <a:lnTo>
                  <a:pt x="422148" y="1689100"/>
                </a:lnTo>
                <a:close/>
              </a:path>
              <a:path w="753110" h="4229100">
                <a:moveTo>
                  <a:pt x="426720" y="1727200"/>
                </a:moveTo>
                <a:lnTo>
                  <a:pt x="425196" y="1714500"/>
                </a:lnTo>
                <a:lnTo>
                  <a:pt x="422148" y="1676400"/>
                </a:lnTo>
                <a:lnTo>
                  <a:pt x="724408" y="1676400"/>
                </a:lnTo>
                <a:lnTo>
                  <a:pt x="728472" y="1714500"/>
                </a:lnTo>
                <a:lnTo>
                  <a:pt x="426720" y="1714500"/>
                </a:lnTo>
                <a:lnTo>
                  <a:pt x="426720" y="1727200"/>
                </a:lnTo>
                <a:close/>
              </a:path>
              <a:path w="753110" h="4229100">
                <a:moveTo>
                  <a:pt x="431292" y="1765300"/>
                </a:moveTo>
                <a:lnTo>
                  <a:pt x="429768" y="1752600"/>
                </a:lnTo>
                <a:lnTo>
                  <a:pt x="426720" y="1714500"/>
                </a:lnTo>
                <a:lnTo>
                  <a:pt x="729234" y="1714500"/>
                </a:lnTo>
                <a:lnTo>
                  <a:pt x="729996" y="1727200"/>
                </a:lnTo>
                <a:lnTo>
                  <a:pt x="733044" y="1752600"/>
                </a:lnTo>
                <a:lnTo>
                  <a:pt x="431292" y="1752600"/>
                </a:lnTo>
                <a:lnTo>
                  <a:pt x="431292" y="1765300"/>
                </a:lnTo>
                <a:close/>
              </a:path>
              <a:path w="753110" h="4229100">
                <a:moveTo>
                  <a:pt x="737616" y="2438400"/>
                </a:moveTo>
                <a:lnTo>
                  <a:pt x="435864" y="2438400"/>
                </a:lnTo>
                <a:lnTo>
                  <a:pt x="437388" y="2400300"/>
                </a:lnTo>
                <a:lnTo>
                  <a:pt x="441960" y="2362200"/>
                </a:lnTo>
                <a:lnTo>
                  <a:pt x="440436" y="2362200"/>
                </a:lnTo>
                <a:lnTo>
                  <a:pt x="443484" y="2349500"/>
                </a:lnTo>
                <a:lnTo>
                  <a:pt x="441960" y="2349500"/>
                </a:lnTo>
                <a:lnTo>
                  <a:pt x="448056" y="2273300"/>
                </a:lnTo>
                <a:lnTo>
                  <a:pt x="448056" y="2247900"/>
                </a:lnTo>
                <a:lnTo>
                  <a:pt x="449580" y="2235200"/>
                </a:lnTo>
                <a:lnTo>
                  <a:pt x="449580" y="2209800"/>
                </a:lnTo>
                <a:lnTo>
                  <a:pt x="451104" y="2197100"/>
                </a:lnTo>
                <a:lnTo>
                  <a:pt x="451104" y="2032000"/>
                </a:lnTo>
                <a:lnTo>
                  <a:pt x="449580" y="2019300"/>
                </a:lnTo>
                <a:lnTo>
                  <a:pt x="449580" y="1993900"/>
                </a:lnTo>
                <a:lnTo>
                  <a:pt x="448056" y="1981200"/>
                </a:lnTo>
                <a:lnTo>
                  <a:pt x="448056" y="1955800"/>
                </a:lnTo>
                <a:lnTo>
                  <a:pt x="441960" y="1879600"/>
                </a:lnTo>
                <a:lnTo>
                  <a:pt x="443484" y="1879600"/>
                </a:lnTo>
                <a:lnTo>
                  <a:pt x="440436" y="1866900"/>
                </a:lnTo>
                <a:lnTo>
                  <a:pt x="441960" y="1866900"/>
                </a:lnTo>
                <a:lnTo>
                  <a:pt x="438912" y="1841500"/>
                </a:lnTo>
                <a:lnTo>
                  <a:pt x="434340" y="1790700"/>
                </a:lnTo>
                <a:lnTo>
                  <a:pt x="431292" y="1752600"/>
                </a:lnTo>
                <a:lnTo>
                  <a:pt x="733806" y="1752600"/>
                </a:lnTo>
                <a:lnTo>
                  <a:pt x="734568" y="1765300"/>
                </a:lnTo>
                <a:lnTo>
                  <a:pt x="737616" y="1790700"/>
                </a:lnTo>
                <a:lnTo>
                  <a:pt x="748284" y="1943100"/>
                </a:lnTo>
                <a:lnTo>
                  <a:pt x="748284" y="1968500"/>
                </a:lnTo>
                <a:lnTo>
                  <a:pt x="751332" y="2006600"/>
                </a:lnTo>
                <a:lnTo>
                  <a:pt x="751332" y="2070100"/>
                </a:lnTo>
                <a:lnTo>
                  <a:pt x="752856" y="2095500"/>
                </a:lnTo>
                <a:lnTo>
                  <a:pt x="752856" y="2133600"/>
                </a:lnTo>
                <a:lnTo>
                  <a:pt x="751332" y="2159000"/>
                </a:lnTo>
                <a:lnTo>
                  <a:pt x="751332" y="2222500"/>
                </a:lnTo>
                <a:lnTo>
                  <a:pt x="748284" y="2260600"/>
                </a:lnTo>
                <a:lnTo>
                  <a:pt x="748284" y="2286000"/>
                </a:lnTo>
                <a:lnTo>
                  <a:pt x="737616" y="2438400"/>
                </a:lnTo>
                <a:close/>
              </a:path>
              <a:path w="753110" h="4229100">
                <a:moveTo>
                  <a:pt x="733806" y="2476500"/>
                </a:moveTo>
                <a:lnTo>
                  <a:pt x="431292" y="2476500"/>
                </a:lnTo>
                <a:lnTo>
                  <a:pt x="434340" y="2438400"/>
                </a:lnTo>
                <a:lnTo>
                  <a:pt x="435864" y="2425700"/>
                </a:lnTo>
                <a:lnTo>
                  <a:pt x="435864" y="2438400"/>
                </a:lnTo>
                <a:lnTo>
                  <a:pt x="737616" y="2438400"/>
                </a:lnTo>
                <a:lnTo>
                  <a:pt x="734568" y="2463800"/>
                </a:lnTo>
                <a:lnTo>
                  <a:pt x="733806" y="2476500"/>
                </a:lnTo>
                <a:close/>
              </a:path>
              <a:path w="753110" h="4229100">
                <a:moveTo>
                  <a:pt x="729234" y="2514600"/>
                </a:moveTo>
                <a:lnTo>
                  <a:pt x="426720" y="2514600"/>
                </a:lnTo>
                <a:lnTo>
                  <a:pt x="429768" y="2476500"/>
                </a:lnTo>
                <a:lnTo>
                  <a:pt x="431292" y="2463800"/>
                </a:lnTo>
                <a:lnTo>
                  <a:pt x="431292" y="2476500"/>
                </a:lnTo>
                <a:lnTo>
                  <a:pt x="733044" y="2476500"/>
                </a:lnTo>
                <a:lnTo>
                  <a:pt x="729996" y="2501900"/>
                </a:lnTo>
                <a:lnTo>
                  <a:pt x="729234" y="2514600"/>
                </a:lnTo>
                <a:close/>
              </a:path>
              <a:path w="753110" h="4229100">
                <a:moveTo>
                  <a:pt x="727456" y="2527300"/>
                </a:moveTo>
                <a:lnTo>
                  <a:pt x="425196" y="2527300"/>
                </a:lnTo>
                <a:lnTo>
                  <a:pt x="426720" y="2501900"/>
                </a:lnTo>
                <a:lnTo>
                  <a:pt x="426720" y="2514600"/>
                </a:lnTo>
                <a:lnTo>
                  <a:pt x="728472" y="2514600"/>
                </a:lnTo>
                <a:lnTo>
                  <a:pt x="727456" y="2527300"/>
                </a:lnTo>
                <a:close/>
              </a:path>
              <a:path w="753110" h="4229100">
                <a:moveTo>
                  <a:pt x="722376" y="2565400"/>
                </a:moveTo>
                <a:lnTo>
                  <a:pt x="419100" y="2565400"/>
                </a:lnTo>
                <a:lnTo>
                  <a:pt x="425196" y="2514600"/>
                </a:lnTo>
                <a:lnTo>
                  <a:pt x="425196" y="2527300"/>
                </a:lnTo>
                <a:lnTo>
                  <a:pt x="727456" y="2527300"/>
                </a:lnTo>
                <a:lnTo>
                  <a:pt x="725424" y="2552700"/>
                </a:lnTo>
                <a:lnTo>
                  <a:pt x="722376" y="2565400"/>
                </a:lnTo>
                <a:close/>
              </a:path>
              <a:path w="753110" h="4229100">
                <a:moveTo>
                  <a:pt x="716280" y="2603500"/>
                </a:moveTo>
                <a:lnTo>
                  <a:pt x="413004" y="2603500"/>
                </a:lnTo>
                <a:lnTo>
                  <a:pt x="419100" y="2552700"/>
                </a:lnTo>
                <a:lnTo>
                  <a:pt x="419100" y="2565400"/>
                </a:lnTo>
                <a:lnTo>
                  <a:pt x="722376" y="2565400"/>
                </a:lnTo>
                <a:lnTo>
                  <a:pt x="716280" y="2603500"/>
                </a:lnTo>
                <a:close/>
              </a:path>
              <a:path w="753110" h="4229100">
                <a:moveTo>
                  <a:pt x="713232" y="2628900"/>
                </a:moveTo>
                <a:lnTo>
                  <a:pt x="409956" y="2628900"/>
                </a:lnTo>
                <a:lnTo>
                  <a:pt x="413004" y="2590800"/>
                </a:lnTo>
                <a:lnTo>
                  <a:pt x="413004" y="2603500"/>
                </a:lnTo>
                <a:lnTo>
                  <a:pt x="716280" y="2603500"/>
                </a:lnTo>
                <a:lnTo>
                  <a:pt x="713232" y="2628900"/>
                </a:lnTo>
                <a:close/>
              </a:path>
              <a:path w="753110" h="4229100">
                <a:moveTo>
                  <a:pt x="707745" y="2667000"/>
                </a:moveTo>
                <a:lnTo>
                  <a:pt x="403860" y="2667000"/>
                </a:lnTo>
                <a:lnTo>
                  <a:pt x="409956" y="2616200"/>
                </a:lnTo>
                <a:lnTo>
                  <a:pt x="409956" y="2628900"/>
                </a:lnTo>
                <a:lnTo>
                  <a:pt x="713232" y="2628900"/>
                </a:lnTo>
                <a:lnTo>
                  <a:pt x="710184" y="2641600"/>
                </a:lnTo>
                <a:lnTo>
                  <a:pt x="707745" y="2667000"/>
                </a:lnTo>
                <a:close/>
              </a:path>
              <a:path w="753110" h="4229100">
                <a:moveTo>
                  <a:pt x="701802" y="2705100"/>
                </a:moveTo>
                <a:lnTo>
                  <a:pt x="396240" y="2705100"/>
                </a:lnTo>
                <a:lnTo>
                  <a:pt x="403860" y="2654300"/>
                </a:lnTo>
                <a:lnTo>
                  <a:pt x="403860" y="2667000"/>
                </a:lnTo>
                <a:lnTo>
                  <a:pt x="707745" y="2667000"/>
                </a:lnTo>
                <a:lnTo>
                  <a:pt x="704088" y="2692400"/>
                </a:lnTo>
                <a:lnTo>
                  <a:pt x="701802" y="2705100"/>
                </a:lnTo>
                <a:close/>
              </a:path>
              <a:path w="753110" h="4229100">
                <a:moveTo>
                  <a:pt x="9144" y="4229100"/>
                </a:moveTo>
                <a:lnTo>
                  <a:pt x="0" y="4229100"/>
                </a:lnTo>
                <a:lnTo>
                  <a:pt x="0" y="3721100"/>
                </a:lnTo>
                <a:lnTo>
                  <a:pt x="9144" y="3695700"/>
                </a:lnTo>
                <a:lnTo>
                  <a:pt x="18288" y="3695700"/>
                </a:lnTo>
                <a:lnTo>
                  <a:pt x="54864" y="3619500"/>
                </a:lnTo>
                <a:lnTo>
                  <a:pt x="82296" y="3581400"/>
                </a:lnTo>
                <a:lnTo>
                  <a:pt x="91440" y="3556000"/>
                </a:lnTo>
                <a:lnTo>
                  <a:pt x="89916" y="3556000"/>
                </a:lnTo>
                <a:lnTo>
                  <a:pt x="108204" y="3530600"/>
                </a:lnTo>
                <a:lnTo>
                  <a:pt x="117348" y="3505200"/>
                </a:lnTo>
                <a:lnTo>
                  <a:pt x="115824" y="3505200"/>
                </a:lnTo>
                <a:lnTo>
                  <a:pt x="134112" y="3467100"/>
                </a:lnTo>
                <a:lnTo>
                  <a:pt x="141732" y="3467100"/>
                </a:lnTo>
                <a:lnTo>
                  <a:pt x="149352" y="3441700"/>
                </a:lnTo>
                <a:lnTo>
                  <a:pt x="158495" y="3429000"/>
                </a:lnTo>
                <a:lnTo>
                  <a:pt x="156972" y="3429000"/>
                </a:lnTo>
                <a:lnTo>
                  <a:pt x="166116" y="3403600"/>
                </a:lnTo>
                <a:lnTo>
                  <a:pt x="173736" y="3390900"/>
                </a:lnTo>
                <a:lnTo>
                  <a:pt x="204216" y="3314700"/>
                </a:lnTo>
                <a:lnTo>
                  <a:pt x="210312" y="3314700"/>
                </a:lnTo>
                <a:lnTo>
                  <a:pt x="233172" y="3251200"/>
                </a:lnTo>
                <a:lnTo>
                  <a:pt x="231648" y="3251200"/>
                </a:lnTo>
                <a:lnTo>
                  <a:pt x="246888" y="3225800"/>
                </a:lnTo>
                <a:lnTo>
                  <a:pt x="245364" y="3225800"/>
                </a:lnTo>
                <a:lnTo>
                  <a:pt x="252984" y="3200400"/>
                </a:lnTo>
                <a:lnTo>
                  <a:pt x="259080" y="3187700"/>
                </a:lnTo>
                <a:lnTo>
                  <a:pt x="266700" y="3162300"/>
                </a:lnTo>
                <a:lnTo>
                  <a:pt x="265176" y="3162300"/>
                </a:lnTo>
                <a:lnTo>
                  <a:pt x="272796" y="3149600"/>
                </a:lnTo>
                <a:lnTo>
                  <a:pt x="278892" y="3124200"/>
                </a:lnTo>
                <a:lnTo>
                  <a:pt x="291084" y="3098800"/>
                </a:lnTo>
                <a:lnTo>
                  <a:pt x="303276" y="3060700"/>
                </a:lnTo>
                <a:lnTo>
                  <a:pt x="301752" y="3060700"/>
                </a:lnTo>
                <a:lnTo>
                  <a:pt x="320040" y="3009900"/>
                </a:lnTo>
                <a:lnTo>
                  <a:pt x="324612" y="2984500"/>
                </a:lnTo>
                <a:lnTo>
                  <a:pt x="330708" y="2971800"/>
                </a:lnTo>
                <a:lnTo>
                  <a:pt x="335280" y="2959100"/>
                </a:lnTo>
                <a:lnTo>
                  <a:pt x="341376" y="2933700"/>
                </a:lnTo>
                <a:lnTo>
                  <a:pt x="339852" y="2933700"/>
                </a:lnTo>
                <a:lnTo>
                  <a:pt x="345948" y="2921000"/>
                </a:lnTo>
                <a:lnTo>
                  <a:pt x="377952" y="2781300"/>
                </a:lnTo>
                <a:lnTo>
                  <a:pt x="390144" y="2730500"/>
                </a:lnTo>
                <a:lnTo>
                  <a:pt x="388620" y="2730500"/>
                </a:lnTo>
                <a:lnTo>
                  <a:pt x="393192" y="2705100"/>
                </a:lnTo>
                <a:lnTo>
                  <a:pt x="396240" y="2692400"/>
                </a:lnTo>
                <a:lnTo>
                  <a:pt x="396240" y="2705100"/>
                </a:lnTo>
                <a:lnTo>
                  <a:pt x="699516" y="2705100"/>
                </a:lnTo>
                <a:lnTo>
                  <a:pt x="696468" y="2730500"/>
                </a:lnTo>
                <a:lnTo>
                  <a:pt x="691896" y="2743200"/>
                </a:lnTo>
                <a:lnTo>
                  <a:pt x="688848" y="2781300"/>
                </a:lnTo>
                <a:lnTo>
                  <a:pt x="661416" y="2895600"/>
                </a:lnTo>
                <a:lnTo>
                  <a:pt x="656844" y="2921000"/>
                </a:lnTo>
                <a:lnTo>
                  <a:pt x="652272" y="2933700"/>
                </a:lnTo>
                <a:lnTo>
                  <a:pt x="646176" y="2959100"/>
                </a:lnTo>
                <a:lnTo>
                  <a:pt x="641604" y="2971800"/>
                </a:lnTo>
                <a:lnTo>
                  <a:pt x="635508" y="2997200"/>
                </a:lnTo>
                <a:lnTo>
                  <a:pt x="630936" y="3009900"/>
                </a:lnTo>
                <a:lnTo>
                  <a:pt x="582168" y="3175000"/>
                </a:lnTo>
                <a:lnTo>
                  <a:pt x="576072" y="3200400"/>
                </a:lnTo>
                <a:lnTo>
                  <a:pt x="568452" y="3213100"/>
                </a:lnTo>
                <a:lnTo>
                  <a:pt x="562356" y="3238500"/>
                </a:lnTo>
                <a:lnTo>
                  <a:pt x="558546" y="3238500"/>
                </a:lnTo>
                <a:lnTo>
                  <a:pt x="554736" y="3251200"/>
                </a:lnTo>
                <a:lnTo>
                  <a:pt x="548640" y="3276600"/>
                </a:lnTo>
                <a:lnTo>
                  <a:pt x="525780" y="3327400"/>
                </a:lnTo>
                <a:lnTo>
                  <a:pt x="519684" y="3352800"/>
                </a:lnTo>
                <a:lnTo>
                  <a:pt x="512064" y="3365500"/>
                </a:lnTo>
                <a:lnTo>
                  <a:pt x="502920" y="3390900"/>
                </a:lnTo>
                <a:lnTo>
                  <a:pt x="472440" y="3467100"/>
                </a:lnTo>
                <a:lnTo>
                  <a:pt x="463296" y="3479800"/>
                </a:lnTo>
                <a:lnTo>
                  <a:pt x="455676" y="3505200"/>
                </a:lnTo>
                <a:lnTo>
                  <a:pt x="437388" y="3543300"/>
                </a:lnTo>
                <a:lnTo>
                  <a:pt x="429768" y="3556000"/>
                </a:lnTo>
                <a:lnTo>
                  <a:pt x="420624" y="3581400"/>
                </a:lnTo>
                <a:lnTo>
                  <a:pt x="393192" y="3619500"/>
                </a:lnTo>
                <a:lnTo>
                  <a:pt x="356616" y="3695700"/>
                </a:lnTo>
                <a:lnTo>
                  <a:pt x="345948" y="3721100"/>
                </a:lnTo>
                <a:lnTo>
                  <a:pt x="336804" y="3733800"/>
                </a:lnTo>
                <a:lnTo>
                  <a:pt x="326136" y="3759200"/>
                </a:lnTo>
                <a:lnTo>
                  <a:pt x="316992" y="3771900"/>
                </a:lnTo>
                <a:lnTo>
                  <a:pt x="306324" y="3784600"/>
                </a:lnTo>
                <a:lnTo>
                  <a:pt x="297180" y="3810000"/>
                </a:lnTo>
                <a:lnTo>
                  <a:pt x="275844" y="3848100"/>
                </a:lnTo>
                <a:lnTo>
                  <a:pt x="254508" y="3873500"/>
                </a:lnTo>
                <a:lnTo>
                  <a:pt x="211836" y="3949700"/>
                </a:lnTo>
                <a:lnTo>
                  <a:pt x="199644" y="3962400"/>
                </a:lnTo>
                <a:lnTo>
                  <a:pt x="178308" y="4000500"/>
                </a:lnTo>
                <a:lnTo>
                  <a:pt x="166116" y="4013200"/>
                </a:lnTo>
                <a:lnTo>
                  <a:pt x="155448" y="4038600"/>
                </a:lnTo>
                <a:lnTo>
                  <a:pt x="143256" y="4038600"/>
                </a:lnTo>
                <a:lnTo>
                  <a:pt x="131064" y="4064000"/>
                </a:lnTo>
                <a:lnTo>
                  <a:pt x="120396" y="4076700"/>
                </a:lnTo>
                <a:lnTo>
                  <a:pt x="71628" y="4152900"/>
                </a:lnTo>
                <a:lnTo>
                  <a:pt x="59436" y="4152900"/>
                </a:lnTo>
                <a:lnTo>
                  <a:pt x="35052" y="4191000"/>
                </a:lnTo>
                <a:lnTo>
                  <a:pt x="22860" y="4203700"/>
                </a:lnTo>
                <a:lnTo>
                  <a:pt x="9144" y="4229100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3899" y="1000856"/>
            <a:ext cx="2610674" cy="63137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305579" y="1719951"/>
            <a:ext cx="8286115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-25" b="1">
                <a:latin typeface="Cambria"/>
                <a:cs typeface="Cambria"/>
              </a:rPr>
              <a:t>Vel</a:t>
            </a:r>
            <a:r>
              <a:rPr dirty="0" sz="1850" spc="-20" b="1">
                <a:latin typeface="Cambria"/>
                <a:cs typeface="Cambria"/>
              </a:rPr>
              <a:t> Tech</a:t>
            </a:r>
            <a:r>
              <a:rPr dirty="0" sz="1850" spc="10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Rangarajan</a:t>
            </a:r>
            <a:r>
              <a:rPr dirty="0" sz="1850" spc="10" b="1">
                <a:latin typeface="Cambria"/>
                <a:cs typeface="Cambria"/>
              </a:rPr>
              <a:t> </a:t>
            </a:r>
            <a:r>
              <a:rPr dirty="0" sz="1850" spc="-40" b="1">
                <a:latin typeface="Cambria"/>
                <a:cs typeface="Cambria"/>
              </a:rPr>
              <a:t>Dr.</a:t>
            </a:r>
            <a:r>
              <a:rPr dirty="0" sz="1850" b="1">
                <a:latin typeface="Cambria"/>
                <a:cs typeface="Cambria"/>
              </a:rPr>
              <a:t> Sagunthala</a:t>
            </a:r>
            <a:r>
              <a:rPr dirty="0" sz="1850" spc="-10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R&amp;D</a:t>
            </a:r>
            <a:r>
              <a:rPr dirty="0" sz="1850" spc="-5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Institute</a:t>
            </a:r>
            <a:r>
              <a:rPr dirty="0" sz="1850" spc="-5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of</a:t>
            </a:r>
            <a:r>
              <a:rPr dirty="0" sz="1850" spc="10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Science and</a:t>
            </a:r>
            <a:r>
              <a:rPr dirty="0" sz="1850" spc="5" b="1">
                <a:latin typeface="Cambria"/>
                <a:cs typeface="Cambria"/>
              </a:rPr>
              <a:t> </a:t>
            </a:r>
            <a:r>
              <a:rPr dirty="0" sz="1850" spc="-10" b="1">
                <a:latin typeface="Cambria"/>
                <a:cs typeface="Cambria"/>
              </a:rPr>
              <a:t>Technology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81379" y="2004919"/>
            <a:ext cx="2536825" cy="346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dirty="0" sz="2100" spc="-2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210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dirty="0" sz="2100" spc="-3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2100" spc="-1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21399" y="2233909"/>
            <a:ext cx="7623175" cy="281813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algn="ctr" marL="432434">
              <a:lnSpc>
                <a:spcPct val="100000"/>
              </a:lnSpc>
              <a:spcBef>
                <a:spcPts val="850"/>
              </a:spcBef>
            </a:pPr>
            <a:r>
              <a:rPr dirty="0" sz="1850" b="1">
                <a:latin typeface="Cambria"/>
                <a:cs typeface="Cambria"/>
              </a:rPr>
              <a:t>Department</a:t>
            </a:r>
            <a:r>
              <a:rPr dirty="0" sz="1850" spc="25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of</a:t>
            </a:r>
            <a:r>
              <a:rPr dirty="0" sz="1850" spc="25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Computer</a:t>
            </a:r>
            <a:r>
              <a:rPr dirty="0" sz="1850" spc="10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Science</a:t>
            </a:r>
            <a:r>
              <a:rPr dirty="0" sz="1850" spc="15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and</a:t>
            </a:r>
            <a:r>
              <a:rPr dirty="0" sz="1850" spc="25" b="1">
                <a:latin typeface="Cambria"/>
                <a:cs typeface="Cambria"/>
              </a:rPr>
              <a:t> </a:t>
            </a:r>
            <a:r>
              <a:rPr dirty="0" sz="1850" spc="-10" b="1">
                <a:latin typeface="Cambria"/>
                <a:cs typeface="Cambria"/>
              </a:rPr>
              <a:t>Engineering</a:t>
            </a:r>
            <a:endParaRPr sz="1850">
              <a:latin typeface="Cambria"/>
              <a:cs typeface="Cambria"/>
            </a:endParaRPr>
          </a:p>
          <a:p>
            <a:pPr algn="ctr" marL="431165">
              <a:lnSpc>
                <a:spcPct val="100000"/>
              </a:lnSpc>
              <a:spcBef>
                <a:spcPts val="670"/>
              </a:spcBef>
            </a:pPr>
            <a:r>
              <a:rPr dirty="0" sz="1600" spc="155" b="1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dirty="0" sz="1600" spc="204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1600" spc="160" b="1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dirty="0" sz="1600" spc="229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1600" spc="155" b="1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dirty="0" sz="1600" spc="229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1600" spc="200" b="1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dirty="0" sz="1600" spc="225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1600" spc="135" b="1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dirty="0" sz="1600" spc="229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1600" spc="170" b="1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dirty="0" sz="1600" spc="229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1600" spc="100" b="1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1600">
              <a:latin typeface="Cambria"/>
              <a:cs typeface="Cambria"/>
            </a:endParaRPr>
          </a:p>
          <a:p>
            <a:pPr algn="ctr" marL="432434">
              <a:lnSpc>
                <a:spcPct val="100000"/>
              </a:lnSpc>
              <a:spcBef>
                <a:spcPts val="895"/>
              </a:spcBef>
            </a:pPr>
            <a:r>
              <a:rPr dirty="0" sz="2100" b="1">
                <a:solidFill>
                  <a:srgbClr val="BF0000"/>
                </a:solidFill>
                <a:latin typeface="Arial"/>
                <a:cs typeface="Arial"/>
              </a:rPr>
              <a:t>PROJECT</a:t>
            </a:r>
            <a:r>
              <a:rPr dirty="0" sz="2100" spc="-4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BF0000"/>
                </a:solidFill>
                <a:latin typeface="Arial"/>
                <a:cs typeface="Arial"/>
              </a:rPr>
              <a:t>REVIEW</a:t>
            </a:r>
            <a:r>
              <a:rPr dirty="0" sz="2100" spc="-4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BF0000"/>
                </a:solidFill>
                <a:latin typeface="Arial"/>
                <a:cs typeface="Arial"/>
              </a:rPr>
              <a:t>:</a:t>
            </a:r>
            <a:r>
              <a:rPr dirty="0" sz="2100" spc="-2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BF0000"/>
                </a:solidFill>
                <a:latin typeface="Arial"/>
                <a:cs typeface="Arial"/>
              </a:rPr>
              <a:t>MILESTONE</a:t>
            </a:r>
            <a:r>
              <a:rPr dirty="0" sz="2100" spc="-2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BF0000"/>
                </a:solidFill>
                <a:latin typeface="Arial"/>
                <a:cs typeface="Arial"/>
              </a:rPr>
              <a:t>PROJECT</a:t>
            </a:r>
            <a:r>
              <a:rPr dirty="0" sz="2100" spc="-3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BF0000"/>
                </a:solidFill>
                <a:latin typeface="Arial"/>
                <a:cs typeface="Arial"/>
              </a:rPr>
              <a:t>–</a:t>
            </a:r>
            <a:r>
              <a:rPr dirty="0" sz="2100" spc="-2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100" spc="-50" b="1">
                <a:solidFill>
                  <a:srgbClr val="BF0000"/>
                </a:solidFill>
                <a:latin typeface="Arial"/>
                <a:cs typeface="Arial"/>
              </a:rPr>
              <a:t>1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100">
              <a:latin typeface="Arial"/>
              <a:cs typeface="Arial"/>
            </a:endParaRPr>
          </a:p>
          <a:p>
            <a:pPr algn="ctr" marL="431800">
              <a:lnSpc>
                <a:spcPct val="100000"/>
              </a:lnSpc>
            </a:pPr>
            <a:r>
              <a:rPr dirty="0" sz="2100" b="1">
                <a:solidFill>
                  <a:srgbClr val="BF0000"/>
                </a:solidFill>
                <a:latin typeface="Arial"/>
                <a:cs typeface="Arial"/>
              </a:rPr>
              <a:t>Date:</a:t>
            </a:r>
            <a:r>
              <a:rPr dirty="0" sz="2100" spc="2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BF0000"/>
                </a:solidFill>
                <a:latin typeface="Arial"/>
                <a:cs typeface="Arial"/>
              </a:rPr>
              <a:t>23-03-</a:t>
            </a:r>
            <a:r>
              <a:rPr dirty="0" sz="2100" spc="-20" b="1">
                <a:solidFill>
                  <a:srgbClr val="BF0000"/>
                </a:solidFill>
                <a:latin typeface="Arial"/>
                <a:cs typeface="Arial"/>
              </a:rPr>
              <a:t>2026</a:t>
            </a:r>
            <a:endParaRPr sz="2100">
              <a:latin typeface="Arial"/>
              <a:cs typeface="Arial"/>
            </a:endParaRPr>
          </a:p>
          <a:p>
            <a:pPr algn="ctr" marL="103505">
              <a:lnSpc>
                <a:spcPct val="100000"/>
              </a:lnSpc>
              <a:spcBef>
                <a:spcPts val="1490"/>
              </a:spcBef>
            </a:pPr>
            <a:r>
              <a:rPr dirty="0" sz="2100" spc="-10" b="1">
                <a:solidFill>
                  <a:srgbClr val="0033CC"/>
                </a:solidFill>
                <a:latin typeface="Times New Roman"/>
                <a:cs typeface="Times New Roman"/>
              </a:rPr>
              <a:t>Real-</a:t>
            </a:r>
            <a:r>
              <a:rPr dirty="0" sz="2100" b="1">
                <a:solidFill>
                  <a:srgbClr val="0033CC"/>
                </a:solidFill>
                <a:latin typeface="Times New Roman"/>
                <a:cs typeface="Times New Roman"/>
              </a:rPr>
              <a:t>Time</a:t>
            </a:r>
            <a:r>
              <a:rPr dirty="0" sz="2100" spc="-4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0033CC"/>
                </a:solidFill>
                <a:latin typeface="Times New Roman"/>
                <a:cs typeface="Times New Roman"/>
              </a:rPr>
              <a:t>Event</a:t>
            </a:r>
            <a:r>
              <a:rPr dirty="0" sz="2100" spc="-60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0033CC"/>
                </a:solidFill>
                <a:latin typeface="Times New Roman"/>
                <a:cs typeface="Times New Roman"/>
              </a:rPr>
              <a:t>Synchronization</a:t>
            </a:r>
            <a:r>
              <a:rPr dirty="0" sz="2100" spc="-6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0033CC"/>
                </a:solidFill>
                <a:latin typeface="Times New Roman"/>
                <a:cs typeface="Times New Roman"/>
              </a:rPr>
              <a:t>Engine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dirty="0" sz="1850" b="1">
                <a:latin typeface="Times New Roman"/>
                <a:cs typeface="Times New Roman"/>
              </a:rPr>
              <a:t>SDG: SDG</a:t>
            </a:r>
            <a:r>
              <a:rPr dirty="0" sz="1850" spc="30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4</a:t>
            </a:r>
            <a:r>
              <a:rPr dirty="0" sz="1850" spc="30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–</a:t>
            </a:r>
            <a:r>
              <a:rPr dirty="0" sz="1850" spc="30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Quality</a:t>
            </a:r>
            <a:r>
              <a:rPr dirty="0" sz="1850" spc="35" b="1">
                <a:latin typeface="Times New Roman"/>
                <a:cs typeface="Times New Roman"/>
              </a:rPr>
              <a:t> </a:t>
            </a:r>
            <a:r>
              <a:rPr dirty="0" sz="1850" spc="-10" b="1">
                <a:latin typeface="Times New Roman"/>
                <a:cs typeface="Times New Roman"/>
              </a:rPr>
              <a:t>Education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63406" y="5318552"/>
            <a:ext cx="4768850" cy="827405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750" b="1">
                <a:latin typeface="Cambria"/>
                <a:cs typeface="Cambria"/>
              </a:rPr>
              <a:t>Presented</a:t>
            </a:r>
            <a:r>
              <a:rPr dirty="0" sz="1750" spc="-90" b="1">
                <a:latin typeface="Cambria"/>
                <a:cs typeface="Cambria"/>
              </a:rPr>
              <a:t> </a:t>
            </a:r>
            <a:r>
              <a:rPr dirty="0" sz="1750" spc="-25" b="1">
                <a:latin typeface="Cambria"/>
                <a:cs typeface="Cambria"/>
              </a:rPr>
              <a:t>By:</a:t>
            </a:r>
            <a:endParaRPr sz="1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750" spc="-30">
                <a:latin typeface="Cambria"/>
                <a:cs typeface="Cambria"/>
              </a:rPr>
              <a:t>V.Venkata </a:t>
            </a:r>
            <a:r>
              <a:rPr dirty="0" sz="1750" spc="-10">
                <a:latin typeface="Cambria"/>
                <a:cs typeface="Cambria"/>
              </a:rPr>
              <a:t>Siva</a:t>
            </a:r>
            <a:r>
              <a:rPr dirty="0" sz="1750" spc="-50">
                <a:latin typeface="Cambria"/>
                <a:cs typeface="Cambria"/>
              </a:rPr>
              <a:t> </a:t>
            </a:r>
            <a:r>
              <a:rPr dirty="0" sz="1750">
                <a:latin typeface="Cambria"/>
                <a:cs typeface="Cambria"/>
              </a:rPr>
              <a:t>Prasad</a:t>
            </a:r>
            <a:r>
              <a:rPr dirty="0" sz="1750" spc="-40">
                <a:latin typeface="Cambria"/>
                <a:cs typeface="Cambria"/>
              </a:rPr>
              <a:t> </a:t>
            </a:r>
            <a:r>
              <a:rPr dirty="0" sz="1750">
                <a:latin typeface="Cambria"/>
                <a:cs typeface="Cambria"/>
              </a:rPr>
              <a:t>–</a:t>
            </a:r>
            <a:r>
              <a:rPr dirty="0" sz="1750" spc="-50">
                <a:latin typeface="Cambria"/>
                <a:cs typeface="Cambria"/>
              </a:rPr>
              <a:t> </a:t>
            </a:r>
            <a:r>
              <a:rPr dirty="0" sz="1750">
                <a:latin typeface="Cambria"/>
                <a:cs typeface="Cambria"/>
              </a:rPr>
              <a:t>VTU26004</a:t>
            </a:r>
            <a:r>
              <a:rPr dirty="0" sz="1750" spc="-40">
                <a:latin typeface="Cambria"/>
                <a:cs typeface="Cambria"/>
              </a:rPr>
              <a:t> </a:t>
            </a:r>
            <a:r>
              <a:rPr dirty="0" sz="1750">
                <a:latin typeface="Cambria"/>
                <a:cs typeface="Cambria"/>
              </a:rPr>
              <a:t>–</a:t>
            </a:r>
            <a:r>
              <a:rPr dirty="0" sz="1750" spc="-30">
                <a:latin typeface="Cambria"/>
                <a:cs typeface="Cambria"/>
              </a:rPr>
              <a:t> </a:t>
            </a:r>
            <a:r>
              <a:rPr dirty="0" sz="1750" spc="-10">
                <a:latin typeface="Cambria"/>
                <a:cs typeface="Cambria"/>
              </a:rPr>
              <a:t>23UECS0585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38351" y="5338252"/>
            <a:ext cx="2668905" cy="83693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750" b="1">
                <a:latin typeface="Cambria"/>
                <a:cs typeface="Cambria"/>
              </a:rPr>
              <a:t>Courses</a:t>
            </a:r>
            <a:r>
              <a:rPr dirty="0" sz="1750" spc="-50" b="1">
                <a:latin typeface="Cambria"/>
                <a:cs typeface="Cambria"/>
              </a:rPr>
              <a:t> </a:t>
            </a:r>
            <a:r>
              <a:rPr dirty="0" sz="1750" b="1">
                <a:latin typeface="Cambria"/>
                <a:cs typeface="Cambria"/>
              </a:rPr>
              <a:t>Handling</a:t>
            </a:r>
            <a:r>
              <a:rPr dirty="0" sz="1750" spc="-55" b="1">
                <a:latin typeface="Cambria"/>
                <a:cs typeface="Cambria"/>
              </a:rPr>
              <a:t> </a:t>
            </a:r>
            <a:r>
              <a:rPr dirty="0" sz="1750" spc="-10" b="1">
                <a:latin typeface="Cambria"/>
                <a:cs typeface="Cambria"/>
              </a:rPr>
              <a:t>Faculty:</a:t>
            </a:r>
            <a:endParaRPr sz="1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850" spc="-35">
                <a:latin typeface="Times New Roman"/>
                <a:cs typeface="Times New Roman"/>
              </a:rPr>
              <a:t>Dr.</a:t>
            </a:r>
            <a:r>
              <a:rPr dirty="0" sz="1850" spc="-7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Angeline</a:t>
            </a:r>
            <a:r>
              <a:rPr dirty="0" sz="1850" spc="2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Lydia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10640"/>
            <a:ext cx="548639" cy="140207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413004" y="1917192"/>
            <a:ext cx="581025" cy="579120"/>
          </a:xfrm>
          <a:custGeom>
            <a:avLst/>
            <a:gdLst/>
            <a:ahLst/>
            <a:cxnLst/>
            <a:rect l="l" t="t" r="r" b="b"/>
            <a:pathLst>
              <a:path w="581025" h="579119">
                <a:moveTo>
                  <a:pt x="291083" y="579119"/>
                </a:moveTo>
                <a:lnTo>
                  <a:pt x="243678" y="575332"/>
                </a:lnTo>
                <a:lnTo>
                  <a:pt x="198778" y="564367"/>
                </a:lnTo>
                <a:lnTo>
                  <a:pt x="156968" y="546818"/>
                </a:lnTo>
                <a:lnTo>
                  <a:pt x="118835" y="523280"/>
                </a:lnTo>
                <a:lnTo>
                  <a:pt x="84962" y="494347"/>
                </a:lnTo>
                <a:lnTo>
                  <a:pt x="55936" y="460613"/>
                </a:lnTo>
                <a:lnTo>
                  <a:pt x="32342" y="422673"/>
                </a:lnTo>
                <a:lnTo>
                  <a:pt x="14764" y="381121"/>
                </a:lnTo>
                <a:lnTo>
                  <a:pt x="3788" y="336552"/>
                </a:lnTo>
                <a:lnTo>
                  <a:pt x="0" y="289559"/>
                </a:lnTo>
                <a:lnTo>
                  <a:pt x="3788" y="242567"/>
                </a:lnTo>
                <a:lnTo>
                  <a:pt x="14764" y="197998"/>
                </a:lnTo>
                <a:lnTo>
                  <a:pt x="32342" y="156446"/>
                </a:lnTo>
                <a:lnTo>
                  <a:pt x="55936" y="118506"/>
                </a:lnTo>
                <a:lnTo>
                  <a:pt x="84962" y="84772"/>
                </a:lnTo>
                <a:lnTo>
                  <a:pt x="118835" y="55839"/>
                </a:lnTo>
                <a:lnTo>
                  <a:pt x="156968" y="32301"/>
                </a:lnTo>
                <a:lnTo>
                  <a:pt x="198778" y="14752"/>
                </a:lnTo>
                <a:lnTo>
                  <a:pt x="243678" y="3787"/>
                </a:lnTo>
                <a:lnTo>
                  <a:pt x="291083" y="0"/>
                </a:lnTo>
                <a:lnTo>
                  <a:pt x="338076" y="3787"/>
                </a:lnTo>
                <a:lnTo>
                  <a:pt x="382645" y="14752"/>
                </a:lnTo>
                <a:lnTo>
                  <a:pt x="424197" y="32301"/>
                </a:lnTo>
                <a:lnTo>
                  <a:pt x="462137" y="55839"/>
                </a:lnTo>
                <a:lnTo>
                  <a:pt x="495871" y="84772"/>
                </a:lnTo>
                <a:lnTo>
                  <a:pt x="524804" y="118506"/>
                </a:lnTo>
                <a:lnTo>
                  <a:pt x="548342" y="156446"/>
                </a:lnTo>
                <a:lnTo>
                  <a:pt x="565891" y="197998"/>
                </a:lnTo>
                <a:lnTo>
                  <a:pt x="576856" y="242567"/>
                </a:lnTo>
                <a:lnTo>
                  <a:pt x="580643" y="289559"/>
                </a:lnTo>
                <a:lnTo>
                  <a:pt x="576856" y="336552"/>
                </a:lnTo>
                <a:lnTo>
                  <a:pt x="565891" y="381121"/>
                </a:lnTo>
                <a:lnTo>
                  <a:pt x="548342" y="422673"/>
                </a:lnTo>
                <a:lnTo>
                  <a:pt x="524804" y="460613"/>
                </a:lnTo>
                <a:lnTo>
                  <a:pt x="495871" y="494347"/>
                </a:lnTo>
                <a:lnTo>
                  <a:pt x="462137" y="523280"/>
                </a:lnTo>
                <a:lnTo>
                  <a:pt x="424197" y="546818"/>
                </a:lnTo>
                <a:lnTo>
                  <a:pt x="382645" y="564367"/>
                </a:lnTo>
                <a:lnTo>
                  <a:pt x="338076" y="575332"/>
                </a:lnTo>
                <a:lnTo>
                  <a:pt x="291083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54775" y="2056916"/>
            <a:ext cx="97790" cy="2673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34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554736" y="3374135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5742" y="310371"/>
                </a:lnTo>
                <a:lnTo>
                  <a:pt x="236280" y="287743"/>
                </a:lnTo>
                <a:lnTo>
                  <a:pt x="268406" y="253337"/>
                </a:lnTo>
                <a:lnTo>
                  <a:pt x="289560" y="209860"/>
                </a:lnTo>
                <a:lnTo>
                  <a:pt x="297180" y="160019"/>
                </a:lnTo>
                <a:lnTo>
                  <a:pt x="289559" y="109435"/>
                </a:lnTo>
                <a:lnTo>
                  <a:pt x="268406" y="65507"/>
                </a:lnTo>
                <a:lnTo>
                  <a:pt x="236280" y="30870"/>
                </a:lnTo>
                <a:lnTo>
                  <a:pt x="195742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47210" y="3442148"/>
            <a:ext cx="11048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65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54736" y="2592324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336"/>
                </a:lnTo>
                <a:lnTo>
                  <a:pt x="28870" y="251813"/>
                </a:lnTo>
                <a:lnTo>
                  <a:pt x="61228" y="286219"/>
                </a:lnTo>
                <a:lnTo>
                  <a:pt x="102217" y="308847"/>
                </a:lnTo>
                <a:lnTo>
                  <a:pt x="149351" y="316991"/>
                </a:lnTo>
                <a:lnTo>
                  <a:pt x="195742" y="308847"/>
                </a:lnTo>
                <a:lnTo>
                  <a:pt x="236280" y="286219"/>
                </a:lnTo>
                <a:lnTo>
                  <a:pt x="268406" y="251813"/>
                </a:lnTo>
                <a:lnTo>
                  <a:pt x="289560" y="208336"/>
                </a:lnTo>
                <a:lnTo>
                  <a:pt x="297180" y="158495"/>
                </a:lnTo>
                <a:lnTo>
                  <a:pt x="289559" y="108069"/>
                </a:lnTo>
                <a:lnTo>
                  <a:pt x="268406" y="64520"/>
                </a:lnTo>
                <a:lnTo>
                  <a:pt x="236280" y="30333"/>
                </a:lnTo>
                <a:lnTo>
                  <a:pt x="195742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51767" y="2658837"/>
            <a:ext cx="1016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554736" y="3765803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5742" y="308994"/>
                </a:lnTo>
                <a:lnTo>
                  <a:pt x="236280" y="286658"/>
                </a:lnTo>
                <a:lnTo>
                  <a:pt x="268406" y="252471"/>
                </a:lnTo>
                <a:lnTo>
                  <a:pt x="289560" y="208922"/>
                </a:lnTo>
                <a:lnTo>
                  <a:pt x="297180" y="158495"/>
                </a:lnTo>
                <a:lnTo>
                  <a:pt x="289559" y="108655"/>
                </a:lnTo>
                <a:lnTo>
                  <a:pt x="268406" y="65178"/>
                </a:lnTo>
                <a:lnTo>
                  <a:pt x="236280" y="30772"/>
                </a:lnTo>
                <a:lnTo>
                  <a:pt x="195742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51767" y="3832349"/>
            <a:ext cx="1028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54736" y="2982467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9080"/>
                </a:lnTo>
                <a:lnTo>
                  <a:pt x="28870" y="253008"/>
                </a:lnTo>
                <a:lnTo>
                  <a:pt x="61228" y="287645"/>
                </a:lnTo>
                <a:lnTo>
                  <a:pt x="102217" y="310359"/>
                </a:lnTo>
                <a:lnTo>
                  <a:pt x="149351" y="318515"/>
                </a:lnTo>
                <a:lnTo>
                  <a:pt x="195742" y="310359"/>
                </a:lnTo>
                <a:lnTo>
                  <a:pt x="236280" y="287645"/>
                </a:lnTo>
                <a:lnTo>
                  <a:pt x="268406" y="253008"/>
                </a:lnTo>
                <a:lnTo>
                  <a:pt x="289560" y="209080"/>
                </a:lnTo>
                <a:lnTo>
                  <a:pt x="297180" y="158495"/>
                </a:lnTo>
                <a:lnTo>
                  <a:pt x="289559" y="108655"/>
                </a:lnTo>
                <a:lnTo>
                  <a:pt x="268406" y="65178"/>
                </a:lnTo>
                <a:lnTo>
                  <a:pt x="236280" y="30772"/>
                </a:lnTo>
                <a:lnTo>
                  <a:pt x="195742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651767" y="3048910"/>
            <a:ext cx="1035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554736" y="454914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5742" y="308994"/>
                </a:lnTo>
                <a:lnTo>
                  <a:pt x="236280" y="286658"/>
                </a:lnTo>
                <a:lnTo>
                  <a:pt x="268406" y="252471"/>
                </a:lnTo>
                <a:lnTo>
                  <a:pt x="289560" y="208922"/>
                </a:lnTo>
                <a:lnTo>
                  <a:pt x="297180" y="158495"/>
                </a:lnTo>
                <a:lnTo>
                  <a:pt x="289559" y="108069"/>
                </a:lnTo>
                <a:lnTo>
                  <a:pt x="268406" y="64520"/>
                </a:lnTo>
                <a:lnTo>
                  <a:pt x="236280" y="30333"/>
                </a:lnTo>
                <a:lnTo>
                  <a:pt x="195742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51767" y="4615660"/>
            <a:ext cx="100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554736" y="4155948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5742" y="310371"/>
                </a:lnTo>
                <a:lnTo>
                  <a:pt x="236280" y="287743"/>
                </a:lnTo>
                <a:lnTo>
                  <a:pt x="268406" y="253337"/>
                </a:lnTo>
                <a:lnTo>
                  <a:pt x="289560" y="209860"/>
                </a:lnTo>
                <a:lnTo>
                  <a:pt x="297180" y="160019"/>
                </a:lnTo>
                <a:lnTo>
                  <a:pt x="289559" y="109435"/>
                </a:lnTo>
                <a:lnTo>
                  <a:pt x="268406" y="65507"/>
                </a:lnTo>
                <a:lnTo>
                  <a:pt x="236280" y="30870"/>
                </a:lnTo>
                <a:lnTo>
                  <a:pt x="195742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48729" y="4223941"/>
            <a:ext cx="10731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554736" y="4939284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5742" y="308994"/>
                </a:lnTo>
                <a:lnTo>
                  <a:pt x="236280" y="286658"/>
                </a:lnTo>
                <a:lnTo>
                  <a:pt x="268406" y="252471"/>
                </a:lnTo>
                <a:lnTo>
                  <a:pt x="289560" y="208922"/>
                </a:lnTo>
                <a:lnTo>
                  <a:pt x="297180" y="158495"/>
                </a:lnTo>
                <a:lnTo>
                  <a:pt x="289559" y="108069"/>
                </a:lnTo>
                <a:lnTo>
                  <a:pt x="268406" y="64520"/>
                </a:lnTo>
                <a:lnTo>
                  <a:pt x="236280" y="30333"/>
                </a:lnTo>
                <a:lnTo>
                  <a:pt x="195742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650248" y="5005734"/>
            <a:ext cx="1054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2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554736" y="532942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5742" y="308994"/>
                </a:lnTo>
                <a:lnTo>
                  <a:pt x="236280" y="286658"/>
                </a:lnTo>
                <a:lnTo>
                  <a:pt x="268406" y="252471"/>
                </a:lnTo>
                <a:lnTo>
                  <a:pt x="289560" y="208922"/>
                </a:lnTo>
                <a:lnTo>
                  <a:pt x="297180" y="158495"/>
                </a:lnTo>
                <a:lnTo>
                  <a:pt x="289559" y="108655"/>
                </a:lnTo>
                <a:lnTo>
                  <a:pt x="268406" y="65178"/>
                </a:lnTo>
                <a:lnTo>
                  <a:pt x="236280" y="30772"/>
                </a:lnTo>
                <a:lnTo>
                  <a:pt x="195742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48729" y="5395934"/>
            <a:ext cx="10731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3201" rIns="0" bIns="0" rtlCol="0" vert="horz">
            <a:spAutoFit/>
          </a:bodyPr>
          <a:lstStyle/>
          <a:p>
            <a:pPr marL="184594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INTRODUCTION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1332991" y="1624235"/>
            <a:ext cx="8759190" cy="476377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278765" marR="311150" indent="-266700">
              <a:lnSpc>
                <a:spcPct val="102499"/>
              </a:lnSpc>
              <a:spcBef>
                <a:spcPts val="8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Real-Time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Synchronization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Engine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web-based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application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designed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manage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and </a:t>
            </a:r>
            <a:r>
              <a:rPr dirty="0" sz="1600">
                <a:latin typeface="Times New Roman"/>
                <a:cs typeface="Times New Roman"/>
              </a:rPr>
              <a:t>display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dynamically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time.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enables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users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create,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update,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view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instantly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without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refreshing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page.</a:t>
            </a:r>
            <a:endParaRPr sz="1600">
              <a:latin typeface="Times New Roman"/>
              <a:cs typeface="Times New Roman"/>
            </a:endParaRPr>
          </a:p>
          <a:p>
            <a:pPr marL="278765" marR="404495" indent="-266700">
              <a:lnSpc>
                <a:spcPct val="102499"/>
              </a:lnSpc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AJAX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(Asynchronous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JavaScript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XML)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ensure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real-time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communication </a:t>
            </a:r>
            <a:r>
              <a:rPr dirty="0" sz="1600">
                <a:latin typeface="Times New Roman"/>
                <a:cs typeface="Times New Roman"/>
              </a:rPr>
              <a:t>between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client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server.</a:t>
            </a:r>
            <a:endParaRPr sz="1600">
              <a:latin typeface="Times New Roman"/>
              <a:cs typeface="Times New Roman"/>
            </a:endParaRPr>
          </a:p>
          <a:p>
            <a:pPr marL="278765" marR="110489" indent="-266700">
              <a:lnSpc>
                <a:spcPts val="1970"/>
              </a:lnSpc>
              <a:spcBef>
                <a:spcPts val="6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front-end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developed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HTML5,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CSS3,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JavaScript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(ES6)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provide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interactive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and </a:t>
            </a:r>
            <a:r>
              <a:rPr dirty="0" sz="1600">
                <a:latin typeface="Times New Roman"/>
                <a:cs typeface="Times New Roman"/>
              </a:rPr>
              <a:t>user-friendly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interface.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ts val="1889"/>
              </a:lnSpc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back-end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built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PHP,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which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handles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server-side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logic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database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operations.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MySQL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database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used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store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information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details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securely.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application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includes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features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like: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Registration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Login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Authentication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Creation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Dashboard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Display</a:t>
            </a:r>
            <a:endParaRPr sz="1600">
              <a:latin typeface="Times New Roman"/>
              <a:cs typeface="Times New Roman"/>
            </a:endParaRPr>
          </a:p>
          <a:p>
            <a:pPr marL="278765" marR="557530" indent="-266700">
              <a:lnSpc>
                <a:spcPts val="1970"/>
              </a:lnSpc>
              <a:spcBef>
                <a:spcPts val="6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supports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real-time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synchronization,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ensuring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see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updated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information instantly.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ts val="1889"/>
              </a:lnSpc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Tools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like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XAMPP/Tomcat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are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used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create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local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server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environment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development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testing.</a:t>
            </a:r>
            <a:endParaRPr sz="1600">
              <a:latin typeface="Times New Roman"/>
              <a:cs typeface="Times New Roman"/>
            </a:endParaRPr>
          </a:p>
          <a:p>
            <a:pPr marL="278765" marR="136525" indent="-266700">
              <a:lnSpc>
                <a:spcPts val="1970"/>
              </a:lnSpc>
              <a:spcBef>
                <a:spcPts val="6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project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demonstrates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integration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technologies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database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build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scalable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efficient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real-time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applications.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10640"/>
            <a:ext cx="548639" cy="140207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416052" y="2322576"/>
            <a:ext cx="579120" cy="581025"/>
          </a:xfrm>
          <a:custGeom>
            <a:avLst/>
            <a:gdLst/>
            <a:ahLst/>
            <a:cxnLst/>
            <a:rect l="l" t="t" r="r" b="b"/>
            <a:pathLst>
              <a:path w="579119" h="581025">
                <a:moveTo>
                  <a:pt x="289559" y="580643"/>
                </a:moveTo>
                <a:lnTo>
                  <a:pt x="242567" y="576856"/>
                </a:lnTo>
                <a:lnTo>
                  <a:pt x="197998" y="565891"/>
                </a:lnTo>
                <a:lnTo>
                  <a:pt x="156446" y="548342"/>
                </a:lnTo>
                <a:lnTo>
                  <a:pt x="118506" y="524804"/>
                </a:lnTo>
                <a:lnTo>
                  <a:pt x="84772" y="495871"/>
                </a:lnTo>
                <a:lnTo>
                  <a:pt x="55839" y="462137"/>
                </a:lnTo>
                <a:lnTo>
                  <a:pt x="32301" y="424197"/>
                </a:lnTo>
                <a:lnTo>
                  <a:pt x="14752" y="382645"/>
                </a:lnTo>
                <a:lnTo>
                  <a:pt x="3787" y="338076"/>
                </a:lnTo>
                <a:lnTo>
                  <a:pt x="0" y="291083"/>
                </a:lnTo>
                <a:lnTo>
                  <a:pt x="3787" y="244048"/>
                </a:lnTo>
                <a:lnTo>
                  <a:pt x="14752" y="199363"/>
                </a:lnTo>
                <a:lnTo>
                  <a:pt x="32301" y="157641"/>
                </a:lnTo>
                <a:lnTo>
                  <a:pt x="55839" y="119493"/>
                </a:lnTo>
                <a:lnTo>
                  <a:pt x="84772" y="85534"/>
                </a:lnTo>
                <a:lnTo>
                  <a:pt x="118506" y="56375"/>
                </a:lnTo>
                <a:lnTo>
                  <a:pt x="156446" y="32630"/>
                </a:lnTo>
                <a:lnTo>
                  <a:pt x="197998" y="14910"/>
                </a:lnTo>
                <a:lnTo>
                  <a:pt x="242567" y="3829"/>
                </a:lnTo>
                <a:lnTo>
                  <a:pt x="289559" y="0"/>
                </a:lnTo>
                <a:lnTo>
                  <a:pt x="336552" y="3829"/>
                </a:lnTo>
                <a:lnTo>
                  <a:pt x="381121" y="14910"/>
                </a:lnTo>
                <a:lnTo>
                  <a:pt x="422673" y="32630"/>
                </a:lnTo>
                <a:lnTo>
                  <a:pt x="460613" y="56375"/>
                </a:lnTo>
                <a:lnTo>
                  <a:pt x="494347" y="85534"/>
                </a:lnTo>
                <a:lnTo>
                  <a:pt x="523280" y="119493"/>
                </a:lnTo>
                <a:lnTo>
                  <a:pt x="546818" y="157641"/>
                </a:lnTo>
                <a:lnTo>
                  <a:pt x="564367" y="199363"/>
                </a:lnTo>
                <a:lnTo>
                  <a:pt x="575332" y="244048"/>
                </a:lnTo>
                <a:lnTo>
                  <a:pt x="579119" y="291083"/>
                </a:lnTo>
                <a:lnTo>
                  <a:pt x="575332" y="338076"/>
                </a:lnTo>
                <a:lnTo>
                  <a:pt x="564367" y="382645"/>
                </a:lnTo>
                <a:lnTo>
                  <a:pt x="546818" y="424197"/>
                </a:lnTo>
                <a:lnTo>
                  <a:pt x="523280" y="462137"/>
                </a:lnTo>
                <a:lnTo>
                  <a:pt x="494347" y="495871"/>
                </a:lnTo>
                <a:lnTo>
                  <a:pt x="460613" y="524804"/>
                </a:lnTo>
                <a:lnTo>
                  <a:pt x="422673" y="548342"/>
                </a:lnTo>
                <a:lnTo>
                  <a:pt x="381121" y="565891"/>
                </a:lnTo>
                <a:lnTo>
                  <a:pt x="336552" y="576856"/>
                </a:lnTo>
                <a:lnTo>
                  <a:pt x="289559" y="580643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32043" y="2463879"/>
            <a:ext cx="146050" cy="2673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4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556260" y="3363467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9080"/>
                </a:lnTo>
                <a:lnTo>
                  <a:pt x="28870" y="253008"/>
                </a:lnTo>
                <a:lnTo>
                  <a:pt x="61228" y="287645"/>
                </a:lnTo>
                <a:lnTo>
                  <a:pt x="102217" y="310359"/>
                </a:lnTo>
                <a:lnTo>
                  <a:pt x="149351" y="318515"/>
                </a:lnTo>
                <a:lnTo>
                  <a:pt x="196327" y="310359"/>
                </a:lnTo>
                <a:lnTo>
                  <a:pt x="236939" y="287645"/>
                </a:lnTo>
                <a:lnTo>
                  <a:pt x="268845" y="253008"/>
                </a:lnTo>
                <a:lnTo>
                  <a:pt x="289706" y="209080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50248" y="3429998"/>
            <a:ext cx="11048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65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56260" y="1933955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9080"/>
                </a:lnTo>
                <a:lnTo>
                  <a:pt x="28870" y="253008"/>
                </a:lnTo>
                <a:lnTo>
                  <a:pt x="61228" y="287645"/>
                </a:lnTo>
                <a:lnTo>
                  <a:pt x="102217" y="310359"/>
                </a:lnTo>
                <a:lnTo>
                  <a:pt x="149351" y="318515"/>
                </a:lnTo>
                <a:lnTo>
                  <a:pt x="196327" y="310359"/>
                </a:lnTo>
                <a:lnTo>
                  <a:pt x="236939" y="287645"/>
                </a:lnTo>
                <a:lnTo>
                  <a:pt x="268845" y="253008"/>
                </a:lnTo>
                <a:lnTo>
                  <a:pt x="289706" y="209080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69992" y="2000445"/>
            <a:ext cx="711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4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556260" y="3753611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336"/>
                </a:lnTo>
                <a:lnTo>
                  <a:pt x="28870" y="251813"/>
                </a:lnTo>
                <a:lnTo>
                  <a:pt x="61228" y="286219"/>
                </a:lnTo>
                <a:lnTo>
                  <a:pt x="102217" y="308847"/>
                </a:lnTo>
                <a:lnTo>
                  <a:pt x="149351" y="316991"/>
                </a:lnTo>
                <a:lnTo>
                  <a:pt x="196327" y="308847"/>
                </a:lnTo>
                <a:lnTo>
                  <a:pt x="236939" y="286219"/>
                </a:lnTo>
                <a:lnTo>
                  <a:pt x="268845" y="251813"/>
                </a:lnTo>
                <a:lnTo>
                  <a:pt x="289706" y="208336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53285" y="3820072"/>
            <a:ext cx="1028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56260" y="297484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6327" y="308994"/>
                </a:lnTo>
                <a:lnTo>
                  <a:pt x="236939" y="286658"/>
                </a:lnTo>
                <a:lnTo>
                  <a:pt x="268845" y="252471"/>
                </a:lnTo>
                <a:lnTo>
                  <a:pt x="289706" y="208922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653285" y="3041317"/>
            <a:ext cx="1035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556260" y="453085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9080"/>
                </a:lnTo>
                <a:lnTo>
                  <a:pt x="28870" y="253008"/>
                </a:lnTo>
                <a:lnTo>
                  <a:pt x="61228" y="287645"/>
                </a:lnTo>
                <a:lnTo>
                  <a:pt x="102217" y="310359"/>
                </a:lnTo>
                <a:lnTo>
                  <a:pt x="149351" y="318515"/>
                </a:lnTo>
                <a:lnTo>
                  <a:pt x="196327" y="310359"/>
                </a:lnTo>
                <a:lnTo>
                  <a:pt x="236939" y="287645"/>
                </a:lnTo>
                <a:lnTo>
                  <a:pt x="268845" y="253008"/>
                </a:lnTo>
                <a:lnTo>
                  <a:pt x="289706" y="209080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54804" y="4597308"/>
            <a:ext cx="100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556260" y="41422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6327" y="308994"/>
                </a:lnTo>
                <a:lnTo>
                  <a:pt x="236939" y="286658"/>
                </a:lnTo>
                <a:lnTo>
                  <a:pt x="268845" y="252471"/>
                </a:lnTo>
                <a:lnTo>
                  <a:pt x="289706" y="208922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51767" y="4208753"/>
            <a:ext cx="10731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556260" y="492099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651767" y="4989028"/>
            <a:ext cx="1054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2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55626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51767" y="5379101"/>
            <a:ext cx="10731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3201" rIns="0" bIns="0" rtlCol="0" vert="horz">
            <a:spAutoFit/>
          </a:bodyPr>
          <a:lstStyle/>
          <a:p>
            <a:pPr marL="1167765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</a:t>
            </a:r>
            <a:r>
              <a:rPr dirty="0" spc="-40"/>
              <a:t> </a:t>
            </a:r>
            <a:r>
              <a:rPr dirty="0" spc="-35"/>
              <a:t>STATEMENT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278765" marR="168275" indent="-266700">
              <a:lnSpc>
                <a:spcPct val="102499"/>
              </a:lnSpc>
              <a:spcBef>
                <a:spcPts val="8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/>
              <a:t>Traditional</a:t>
            </a:r>
            <a:r>
              <a:rPr dirty="0" spc="55"/>
              <a:t> </a:t>
            </a:r>
            <a:r>
              <a:rPr dirty="0"/>
              <a:t>web</a:t>
            </a:r>
            <a:r>
              <a:rPr dirty="0" spc="55"/>
              <a:t> </a:t>
            </a:r>
            <a:r>
              <a:rPr dirty="0"/>
              <a:t>applications</a:t>
            </a:r>
            <a:r>
              <a:rPr dirty="0" spc="55"/>
              <a:t> </a:t>
            </a:r>
            <a:r>
              <a:rPr dirty="0"/>
              <a:t>require</a:t>
            </a:r>
            <a:r>
              <a:rPr dirty="0" spc="65"/>
              <a:t> </a:t>
            </a:r>
            <a:r>
              <a:rPr dirty="0"/>
              <a:t>manual</a:t>
            </a:r>
            <a:r>
              <a:rPr dirty="0" spc="60"/>
              <a:t> </a:t>
            </a:r>
            <a:r>
              <a:rPr dirty="0"/>
              <a:t>page</a:t>
            </a:r>
            <a:r>
              <a:rPr dirty="0" spc="65"/>
              <a:t> </a:t>
            </a:r>
            <a:r>
              <a:rPr dirty="0"/>
              <a:t>refresh</a:t>
            </a:r>
            <a:r>
              <a:rPr dirty="0" spc="55"/>
              <a:t> </a:t>
            </a:r>
            <a:r>
              <a:rPr dirty="0"/>
              <a:t>to</a:t>
            </a:r>
            <a:r>
              <a:rPr dirty="0" spc="55"/>
              <a:t> </a:t>
            </a:r>
            <a:r>
              <a:rPr dirty="0"/>
              <a:t>view</a:t>
            </a:r>
            <a:r>
              <a:rPr dirty="0" spc="50"/>
              <a:t> </a:t>
            </a:r>
            <a:r>
              <a:rPr dirty="0"/>
              <a:t>updated</a:t>
            </a:r>
            <a:r>
              <a:rPr dirty="0" spc="50"/>
              <a:t> </a:t>
            </a:r>
            <a:r>
              <a:rPr dirty="0"/>
              <a:t>information,</a:t>
            </a:r>
            <a:r>
              <a:rPr dirty="0" spc="75"/>
              <a:t> </a:t>
            </a:r>
            <a:r>
              <a:rPr dirty="0"/>
              <a:t>which</a:t>
            </a:r>
            <a:r>
              <a:rPr dirty="0" spc="50"/>
              <a:t> </a:t>
            </a:r>
            <a:r>
              <a:rPr dirty="0" spc="-10"/>
              <a:t>leads </a:t>
            </a:r>
            <a:r>
              <a:rPr dirty="0"/>
              <a:t>to</a:t>
            </a:r>
            <a:r>
              <a:rPr dirty="0" spc="40"/>
              <a:t> </a:t>
            </a:r>
            <a:r>
              <a:rPr dirty="0"/>
              <a:t>delays</a:t>
            </a:r>
            <a:r>
              <a:rPr dirty="0" spc="40"/>
              <a:t> </a:t>
            </a:r>
            <a:r>
              <a:rPr dirty="0"/>
              <a:t>in</a:t>
            </a:r>
            <a:r>
              <a:rPr dirty="0" spc="45"/>
              <a:t> </a:t>
            </a:r>
            <a:r>
              <a:rPr dirty="0"/>
              <a:t>accessing</a:t>
            </a:r>
            <a:r>
              <a:rPr dirty="0" spc="40"/>
              <a:t> </a:t>
            </a:r>
            <a:r>
              <a:rPr dirty="0"/>
              <a:t>new</a:t>
            </a:r>
            <a:r>
              <a:rPr dirty="0" spc="60"/>
              <a:t> </a:t>
            </a:r>
            <a:r>
              <a:rPr dirty="0" spc="-20"/>
              <a:t>data.</a:t>
            </a:r>
          </a:p>
          <a:p>
            <a:pPr marL="278765" indent="-26606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/>
              <a:t>There</a:t>
            </a:r>
            <a:r>
              <a:rPr dirty="0" spc="45"/>
              <a:t> </a:t>
            </a:r>
            <a:r>
              <a:rPr dirty="0"/>
              <a:t>is</a:t>
            </a:r>
            <a:r>
              <a:rPr dirty="0" spc="40"/>
              <a:t> </a:t>
            </a:r>
            <a:r>
              <a:rPr dirty="0"/>
              <a:t>a</a:t>
            </a:r>
            <a:r>
              <a:rPr dirty="0" spc="45"/>
              <a:t> </a:t>
            </a:r>
            <a:r>
              <a:rPr dirty="0"/>
              <a:t>lack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30"/>
              <a:t> </a:t>
            </a:r>
            <a:r>
              <a:rPr dirty="0"/>
              <a:t>efficient</a:t>
            </a:r>
            <a:r>
              <a:rPr dirty="0" spc="45"/>
              <a:t> </a:t>
            </a:r>
            <a:r>
              <a:rPr dirty="0"/>
              <a:t>systems</a:t>
            </a:r>
            <a:r>
              <a:rPr dirty="0" spc="35"/>
              <a:t> </a:t>
            </a:r>
            <a:r>
              <a:rPr dirty="0"/>
              <a:t>to</a:t>
            </a:r>
            <a:r>
              <a:rPr dirty="0" spc="40"/>
              <a:t> </a:t>
            </a:r>
            <a:r>
              <a:rPr dirty="0"/>
              <a:t>synchronize</a:t>
            </a:r>
            <a:r>
              <a:rPr dirty="0" spc="30"/>
              <a:t> </a:t>
            </a:r>
            <a:r>
              <a:rPr dirty="0"/>
              <a:t>event</a:t>
            </a:r>
            <a:r>
              <a:rPr dirty="0" spc="45"/>
              <a:t> </a:t>
            </a:r>
            <a:r>
              <a:rPr dirty="0"/>
              <a:t>updates</a:t>
            </a:r>
            <a:r>
              <a:rPr dirty="0" spc="35"/>
              <a:t> </a:t>
            </a:r>
            <a:r>
              <a:rPr dirty="0"/>
              <a:t>in</a:t>
            </a:r>
            <a:r>
              <a:rPr dirty="0" spc="40"/>
              <a:t> </a:t>
            </a:r>
            <a:r>
              <a:rPr dirty="0"/>
              <a:t>real</a:t>
            </a:r>
            <a:r>
              <a:rPr dirty="0" spc="40"/>
              <a:t> </a:t>
            </a:r>
            <a:r>
              <a:rPr dirty="0"/>
              <a:t>time</a:t>
            </a:r>
            <a:r>
              <a:rPr dirty="0" spc="50"/>
              <a:t> </a:t>
            </a:r>
            <a:r>
              <a:rPr dirty="0"/>
              <a:t>across</a:t>
            </a:r>
            <a:r>
              <a:rPr dirty="0" spc="35"/>
              <a:t> </a:t>
            </a:r>
            <a:r>
              <a:rPr dirty="0"/>
              <a:t>multiple</a:t>
            </a:r>
            <a:r>
              <a:rPr dirty="0" spc="35"/>
              <a:t> </a:t>
            </a:r>
            <a:r>
              <a:rPr dirty="0" spc="-10"/>
              <a:t>users.</a:t>
            </a:r>
          </a:p>
          <a:p>
            <a:pPr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/>
              <a:t>Existing</a:t>
            </a:r>
            <a:r>
              <a:rPr dirty="0" spc="50"/>
              <a:t> </a:t>
            </a:r>
            <a:r>
              <a:rPr dirty="0"/>
              <a:t>systems</a:t>
            </a:r>
            <a:r>
              <a:rPr dirty="0" spc="50"/>
              <a:t> </a:t>
            </a:r>
            <a:r>
              <a:rPr dirty="0"/>
              <a:t>often</a:t>
            </a:r>
            <a:r>
              <a:rPr dirty="0" spc="50"/>
              <a:t> </a:t>
            </a:r>
            <a:r>
              <a:rPr dirty="0"/>
              <a:t>fail</a:t>
            </a:r>
            <a:r>
              <a:rPr dirty="0" spc="55"/>
              <a:t> </a:t>
            </a:r>
            <a:r>
              <a:rPr dirty="0"/>
              <a:t>to</a:t>
            </a:r>
            <a:r>
              <a:rPr dirty="0" spc="70"/>
              <a:t> </a:t>
            </a:r>
            <a:r>
              <a:rPr dirty="0"/>
              <a:t>provide</a:t>
            </a:r>
            <a:r>
              <a:rPr dirty="0" spc="60"/>
              <a:t> </a:t>
            </a:r>
            <a:r>
              <a:rPr dirty="0"/>
              <a:t>instant</a:t>
            </a:r>
            <a:r>
              <a:rPr dirty="0" spc="55"/>
              <a:t> </a:t>
            </a:r>
            <a:r>
              <a:rPr dirty="0"/>
              <a:t>notifications</a:t>
            </a:r>
            <a:r>
              <a:rPr dirty="0" spc="75"/>
              <a:t> </a:t>
            </a:r>
            <a:r>
              <a:rPr dirty="0"/>
              <a:t>and</a:t>
            </a:r>
            <a:r>
              <a:rPr dirty="0" spc="65"/>
              <a:t> </a:t>
            </a:r>
            <a:r>
              <a:rPr dirty="0"/>
              <a:t>updates,</a:t>
            </a:r>
            <a:r>
              <a:rPr dirty="0" spc="50"/>
              <a:t> </a:t>
            </a:r>
            <a:r>
              <a:rPr dirty="0"/>
              <a:t>causing</a:t>
            </a:r>
            <a:r>
              <a:rPr dirty="0" spc="50"/>
              <a:t> </a:t>
            </a:r>
            <a:r>
              <a:rPr dirty="0"/>
              <a:t>communication</a:t>
            </a:r>
            <a:r>
              <a:rPr dirty="0" spc="50"/>
              <a:t> </a:t>
            </a:r>
            <a:r>
              <a:rPr dirty="0" spc="-10"/>
              <a:t>gaps.</a:t>
            </a:r>
          </a:p>
          <a:p>
            <a:pPr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/>
              <a:t>Managing</a:t>
            </a:r>
            <a:r>
              <a:rPr dirty="0" spc="45"/>
              <a:t> </a:t>
            </a:r>
            <a:r>
              <a:rPr dirty="0"/>
              <a:t>events</a:t>
            </a:r>
            <a:r>
              <a:rPr dirty="0" spc="50"/>
              <a:t> </a:t>
            </a:r>
            <a:r>
              <a:rPr dirty="0"/>
              <a:t>manually</a:t>
            </a:r>
            <a:r>
              <a:rPr dirty="0" spc="50"/>
              <a:t> </a:t>
            </a:r>
            <a:r>
              <a:rPr dirty="0"/>
              <a:t>can</a:t>
            </a:r>
            <a:r>
              <a:rPr dirty="0" spc="50"/>
              <a:t> </a:t>
            </a:r>
            <a:r>
              <a:rPr dirty="0"/>
              <a:t>lead</a:t>
            </a:r>
            <a:r>
              <a:rPr dirty="0" spc="70"/>
              <a:t> </a:t>
            </a:r>
            <a:r>
              <a:rPr dirty="0"/>
              <a:t>to</a:t>
            </a:r>
            <a:r>
              <a:rPr dirty="0" spc="50"/>
              <a:t> </a:t>
            </a:r>
            <a:r>
              <a:rPr dirty="0"/>
              <a:t>data</a:t>
            </a:r>
            <a:r>
              <a:rPr dirty="0" spc="40"/>
              <a:t> </a:t>
            </a:r>
            <a:r>
              <a:rPr dirty="0"/>
              <a:t>inconsistency</a:t>
            </a:r>
            <a:r>
              <a:rPr dirty="0" spc="70"/>
              <a:t> </a:t>
            </a:r>
            <a:r>
              <a:rPr dirty="0"/>
              <a:t>and</a:t>
            </a:r>
            <a:r>
              <a:rPr dirty="0" spc="65"/>
              <a:t> </a:t>
            </a:r>
            <a:r>
              <a:rPr dirty="0"/>
              <a:t>redundancy</a:t>
            </a:r>
            <a:r>
              <a:rPr dirty="0" spc="50"/>
              <a:t> </a:t>
            </a:r>
            <a:r>
              <a:rPr dirty="0"/>
              <a:t>in</a:t>
            </a:r>
            <a:r>
              <a:rPr dirty="0" spc="50"/>
              <a:t> </a:t>
            </a:r>
            <a:r>
              <a:rPr dirty="0" spc="-10"/>
              <a:t>databases.</a:t>
            </a:r>
          </a:p>
          <a:p>
            <a:pPr marL="278765" indent="-26606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/>
              <a:t>Users</a:t>
            </a:r>
            <a:r>
              <a:rPr dirty="0" spc="50"/>
              <a:t> </a:t>
            </a:r>
            <a:r>
              <a:rPr dirty="0"/>
              <a:t>face</a:t>
            </a:r>
            <a:r>
              <a:rPr dirty="0" spc="55"/>
              <a:t> </a:t>
            </a:r>
            <a:r>
              <a:rPr dirty="0"/>
              <a:t>difficulties</a:t>
            </a:r>
            <a:r>
              <a:rPr dirty="0" spc="40"/>
              <a:t> </a:t>
            </a:r>
            <a:r>
              <a:rPr dirty="0"/>
              <a:t>in</a:t>
            </a:r>
            <a:r>
              <a:rPr dirty="0" spc="45"/>
              <a:t> </a:t>
            </a:r>
            <a:r>
              <a:rPr dirty="0"/>
              <a:t>tracking</a:t>
            </a:r>
            <a:r>
              <a:rPr dirty="0" spc="40"/>
              <a:t> </a:t>
            </a:r>
            <a:r>
              <a:rPr dirty="0"/>
              <a:t>and</a:t>
            </a:r>
            <a:r>
              <a:rPr dirty="0" spc="40"/>
              <a:t> </a:t>
            </a:r>
            <a:r>
              <a:rPr dirty="0"/>
              <a:t>managing</a:t>
            </a:r>
            <a:r>
              <a:rPr dirty="0" spc="60"/>
              <a:t> </a:t>
            </a:r>
            <a:r>
              <a:rPr dirty="0"/>
              <a:t>events</a:t>
            </a:r>
            <a:r>
              <a:rPr dirty="0" spc="65"/>
              <a:t> </a:t>
            </a:r>
            <a:r>
              <a:rPr dirty="0"/>
              <a:t>dynamically</a:t>
            </a:r>
            <a:r>
              <a:rPr dirty="0" spc="40"/>
              <a:t> </a:t>
            </a:r>
            <a:r>
              <a:rPr dirty="0"/>
              <a:t>in</a:t>
            </a:r>
            <a:r>
              <a:rPr dirty="0" spc="60"/>
              <a:t> </a:t>
            </a:r>
            <a:r>
              <a:rPr dirty="0"/>
              <a:t>a</a:t>
            </a:r>
            <a:r>
              <a:rPr dirty="0" spc="35"/>
              <a:t> </a:t>
            </a:r>
            <a:r>
              <a:rPr dirty="0"/>
              <a:t>centralized</a:t>
            </a:r>
            <a:r>
              <a:rPr dirty="0" spc="60"/>
              <a:t> </a:t>
            </a:r>
            <a:r>
              <a:rPr dirty="0" spc="-10"/>
              <a:t>system.</a:t>
            </a:r>
          </a:p>
          <a:p>
            <a:pPr marL="278765" marR="438150" indent="-266700">
              <a:lnSpc>
                <a:spcPct val="102499"/>
              </a:lnSpc>
              <a:buFont typeface="Arial MT"/>
              <a:buChar char="•"/>
              <a:tabLst>
                <a:tab pos="278765" algn="l"/>
              </a:tabLst>
            </a:pPr>
            <a:r>
              <a:rPr dirty="0"/>
              <a:t>Many</a:t>
            </a:r>
            <a:r>
              <a:rPr dirty="0" spc="45"/>
              <a:t> </a:t>
            </a:r>
            <a:r>
              <a:rPr dirty="0"/>
              <a:t>applications</a:t>
            </a:r>
            <a:r>
              <a:rPr dirty="0" spc="45"/>
              <a:t> </a:t>
            </a:r>
            <a:r>
              <a:rPr dirty="0"/>
              <a:t>lack</a:t>
            </a:r>
            <a:r>
              <a:rPr dirty="0" spc="60"/>
              <a:t> </a:t>
            </a:r>
            <a:r>
              <a:rPr dirty="0"/>
              <a:t>proper</a:t>
            </a:r>
            <a:r>
              <a:rPr dirty="0" spc="60"/>
              <a:t> </a:t>
            </a:r>
            <a:r>
              <a:rPr dirty="0"/>
              <a:t>user</a:t>
            </a:r>
            <a:r>
              <a:rPr dirty="0" spc="55"/>
              <a:t> </a:t>
            </a:r>
            <a:r>
              <a:rPr dirty="0"/>
              <a:t>authentication</a:t>
            </a:r>
            <a:r>
              <a:rPr dirty="0" spc="65"/>
              <a:t> </a:t>
            </a:r>
            <a:r>
              <a:rPr dirty="0"/>
              <a:t>and</a:t>
            </a:r>
            <a:r>
              <a:rPr dirty="0" spc="60"/>
              <a:t> </a:t>
            </a:r>
            <a:r>
              <a:rPr dirty="0"/>
              <a:t>secure</a:t>
            </a:r>
            <a:r>
              <a:rPr dirty="0" spc="40"/>
              <a:t> </a:t>
            </a:r>
            <a:r>
              <a:rPr dirty="0"/>
              <a:t>data</a:t>
            </a:r>
            <a:r>
              <a:rPr dirty="0" spc="60"/>
              <a:t> </a:t>
            </a:r>
            <a:r>
              <a:rPr dirty="0"/>
              <a:t>handling,</a:t>
            </a:r>
            <a:r>
              <a:rPr dirty="0" spc="45"/>
              <a:t> </a:t>
            </a:r>
            <a:r>
              <a:rPr dirty="0"/>
              <a:t>leading</a:t>
            </a:r>
            <a:r>
              <a:rPr dirty="0" spc="60"/>
              <a:t> </a:t>
            </a:r>
            <a:r>
              <a:rPr dirty="0"/>
              <a:t>to</a:t>
            </a:r>
            <a:r>
              <a:rPr dirty="0" spc="50"/>
              <a:t> </a:t>
            </a:r>
            <a:r>
              <a:rPr dirty="0" spc="-10"/>
              <a:t>potential </a:t>
            </a:r>
            <a:r>
              <a:rPr dirty="0"/>
              <a:t>security</a:t>
            </a:r>
            <a:r>
              <a:rPr dirty="0" spc="55"/>
              <a:t> </a:t>
            </a:r>
            <a:r>
              <a:rPr dirty="0" spc="-10"/>
              <a:t>issues.</a:t>
            </a:r>
          </a:p>
          <a:p>
            <a:pPr marL="278765" marR="455295" indent="-266700">
              <a:lnSpc>
                <a:spcPts val="1970"/>
              </a:lnSpc>
              <a:spcBef>
                <a:spcPts val="6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/>
              <a:t>There</a:t>
            </a:r>
            <a:r>
              <a:rPr dirty="0" spc="55"/>
              <a:t> </a:t>
            </a:r>
            <a:r>
              <a:rPr dirty="0"/>
              <a:t>is</a:t>
            </a:r>
            <a:r>
              <a:rPr dirty="0" spc="45"/>
              <a:t> </a:t>
            </a:r>
            <a:r>
              <a:rPr dirty="0"/>
              <a:t>a</a:t>
            </a:r>
            <a:r>
              <a:rPr dirty="0" spc="55"/>
              <a:t> </a:t>
            </a:r>
            <a:r>
              <a:rPr dirty="0"/>
              <a:t>need</a:t>
            </a:r>
            <a:r>
              <a:rPr dirty="0" spc="45"/>
              <a:t> </a:t>
            </a:r>
            <a:r>
              <a:rPr dirty="0"/>
              <a:t>for</a:t>
            </a:r>
            <a:r>
              <a:rPr dirty="0" spc="55"/>
              <a:t> </a:t>
            </a:r>
            <a:r>
              <a:rPr dirty="0"/>
              <a:t>a</a:t>
            </a:r>
            <a:r>
              <a:rPr dirty="0" spc="40"/>
              <a:t> </a:t>
            </a:r>
            <a:r>
              <a:rPr dirty="0"/>
              <a:t>system</a:t>
            </a:r>
            <a:r>
              <a:rPr dirty="0" spc="50"/>
              <a:t> </a:t>
            </a:r>
            <a:r>
              <a:rPr dirty="0"/>
              <a:t>that</a:t>
            </a:r>
            <a:r>
              <a:rPr dirty="0" spc="30"/>
              <a:t> </a:t>
            </a:r>
            <a:r>
              <a:rPr dirty="0"/>
              <a:t>can</a:t>
            </a:r>
            <a:r>
              <a:rPr dirty="0" spc="45"/>
              <a:t> </a:t>
            </a:r>
            <a:r>
              <a:rPr dirty="0"/>
              <a:t>handle</a:t>
            </a:r>
            <a:r>
              <a:rPr dirty="0" spc="40"/>
              <a:t> </a:t>
            </a:r>
            <a:r>
              <a:rPr dirty="0"/>
              <a:t>multiple</a:t>
            </a:r>
            <a:r>
              <a:rPr dirty="0" spc="40"/>
              <a:t> </a:t>
            </a:r>
            <a:r>
              <a:rPr dirty="0"/>
              <a:t>users</a:t>
            </a:r>
            <a:r>
              <a:rPr dirty="0" spc="45"/>
              <a:t> </a:t>
            </a:r>
            <a:r>
              <a:rPr dirty="0"/>
              <a:t>simultaneously</a:t>
            </a:r>
            <a:r>
              <a:rPr dirty="0" spc="60"/>
              <a:t> </a:t>
            </a:r>
            <a:r>
              <a:rPr dirty="0"/>
              <a:t>without</a:t>
            </a:r>
            <a:r>
              <a:rPr dirty="0" spc="50"/>
              <a:t> </a:t>
            </a:r>
            <a:r>
              <a:rPr dirty="0" spc="-10"/>
              <a:t>performance degradation.</a:t>
            </a:r>
          </a:p>
          <a:p>
            <a:pPr marL="278765" marR="535940" indent="-266700">
              <a:lnSpc>
                <a:spcPts val="1960"/>
              </a:lnSpc>
              <a:spcBef>
                <a:spcPts val="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/>
              <a:t>Current</a:t>
            </a:r>
            <a:r>
              <a:rPr dirty="0" spc="50"/>
              <a:t> </a:t>
            </a:r>
            <a:r>
              <a:rPr dirty="0"/>
              <a:t>solutions</a:t>
            </a:r>
            <a:r>
              <a:rPr dirty="0" spc="50"/>
              <a:t> </a:t>
            </a:r>
            <a:r>
              <a:rPr dirty="0"/>
              <a:t>do</a:t>
            </a:r>
            <a:r>
              <a:rPr dirty="0" spc="45"/>
              <a:t> </a:t>
            </a:r>
            <a:r>
              <a:rPr dirty="0"/>
              <a:t>not</a:t>
            </a:r>
            <a:r>
              <a:rPr dirty="0" spc="55"/>
              <a:t> </a:t>
            </a:r>
            <a:r>
              <a:rPr dirty="0"/>
              <a:t>effectively</a:t>
            </a:r>
            <a:r>
              <a:rPr dirty="0" spc="65"/>
              <a:t> </a:t>
            </a:r>
            <a:r>
              <a:rPr dirty="0"/>
              <a:t>use</a:t>
            </a:r>
            <a:r>
              <a:rPr dirty="0" spc="60"/>
              <a:t> </a:t>
            </a:r>
            <a:r>
              <a:rPr dirty="0"/>
              <a:t>modern</a:t>
            </a:r>
            <a:r>
              <a:rPr dirty="0" spc="60"/>
              <a:t> </a:t>
            </a:r>
            <a:r>
              <a:rPr dirty="0"/>
              <a:t>web</a:t>
            </a:r>
            <a:r>
              <a:rPr dirty="0" spc="50"/>
              <a:t> </a:t>
            </a:r>
            <a:r>
              <a:rPr dirty="0"/>
              <a:t>technologies</a:t>
            </a:r>
            <a:r>
              <a:rPr dirty="0" spc="50"/>
              <a:t> </a:t>
            </a:r>
            <a:r>
              <a:rPr dirty="0"/>
              <a:t>like</a:t>
            </a:r>
            <a:r>
              <a:rPr dirty="0" spc="-55"/>
              <a:t> </a:t>
            </a:r>
            <a:r>
              <a:rPr dirty="0"/>
              <a:t>AJAX</a:t>
            </a:r>
            <a:r>
              <a:rPr dirty="0" spc="65"/>
              <a:t> </a:t>
            </a:r>
            <a:r>
              <a:rPr dirty="0"/>
              <a:t>for</a:t>
            </a:r>
            <a:r>
              <a:rPr dirty="0" spc="60"/>
              <a:t> </a:t>
            </a:r>
            <a:r>
              <a:rPr dirty="0"/>
              <a:t>seamless</a:t>
            </a:r>
            <a:r>
              <a:rPr dirty="0" spc="45"/>
              <a:t> </a:t>
            </a:r>
            <a:r>
              <a:rPr dirty="0" spc="-20"/>
              <a:t>data </a:t>
            </a:r>
            <a:r>
              <a:rPr dirty="0" spc="-10"/>
              <a:t>updates.</a:t>
            </a:r>
          </a:p>
          <a:p>
            <a:pPr marL="278765" indent="-266065">
              <a:lnSpc>
                <a:spcPts val="1889"/>
              </a:lnSpc>
              <a:buFont typeface="Arial MT"/>
              <a:buChar char="•"/>
              <a:tabLst>
                <a:tab pos="278765" algn="l"/>
              </a:tabLst>
            </a:pPr>
            <a:r>
              <a:rPr dirty="0"/>
              <a:t>Organizations</a:t>
            </a:r>
            <a:r>
              <a:rPr dirty="0" spc="50"/>
              <a:t> </a:t>
            </a:r>
            <a:r>
              <a:rPr dirty="0"/>
              <a:t>require</a:t>
            </a:r>
            <a:r>
              <a:rPr dirty="0" spc="60"/>
              <a:t> </a:t>
            </a:r>
            <a:r>
              <a:rPr dirty="0"/>
              <a:t>a</a:t>
            </a:r>
            <a:r>
              <a:rPr dirty="0" spc="45"/>
              <a:t> </a:t>
            </a:r>
            <a:r>
              <a:rPr dirty="0"/>
              <a:t>platform</a:t>
            </a:r>
            <a:r>
              <a:rPr dirty="0" spc="60"/>
              <a:t> </a:t>
            </a:r>
            <a:r>
              <a:rPr dirty="0"/>
              <a:t>that</a:t>
            </a:r>
            <a:r>
              <a:rPr dirty="0" spc="55"/>
              <a:t> </a:t>
            </a:r>
            <a:r>
              <a:rPr dirty="0"/>
              <a:t>ensures</a:t>
            </a:r>
            <a:r>
              <a:rPr dirty="0" spc="55"/>
              <a:t> </a:t>
            </a:r>
            <a:r>
              <a:rPr dirty="0"/>
              <a:t>efficient</a:t>
            </a:r>
            <a:r>
              <a:rPr dirty="0" spc="55"/>
              <a:t> </a:t>
            </a:r>
            <a:r>
              <a:rPr dirty="0"/>
              <a:t>event</a:t>
            </a:r>
            <a:r>
              <a:rPr dirty="0" spc="55"/>
              <a:t> </a:t>
            </a:r>
            <a:r>
              <a:rPr dirty="0"/>
              <a:t>management</a:t>
            </a:r>
            <a:r>
              <a:rPr dirty="0" spc="60"/>
              <a:t> </a:t>
            </a:r>
            <a:r>
              <a:rPr dirty="0"/>
              <a:t>with</a:t>
            </a:r>
            <a:r>
              <a:rPr dirty="0" spc="50"/>
              <a:t> </a:t>
            </a:r>
            <a:r>
              <a:rPr dirty="0"/>
              <a:t>minimal</a:t>
            </a:r>
            <a:r>
              <a:rPr dirty="0" spc="55"/>
              <a:t> </a:t>
            </a:r>
            <a:r>
              <a:rPr dirty="0" spc="-10"/>
              <a:t>latency.</a:t>
            </a:r>
          </a:p>
          <a:p>
            <a:pPr marL="278765" marR="99060" indent="-266700">
              <a:lnSpc>
                <a:spcPct val="101899"/>
              </a:lnSpc>
              <a:spcBef>
                <a:spcPts val="1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/>
              <a:t>Hence,</a:t>
            </a:r>
            <a:r>
              <a:rPr dirty="0" spc="40"/>
              <a:t> </a:t>
            </a:r>
            <a:r>
              <a:rPr dirty="0"/>
              <a:t>there</a:t>
            </a:r>
            <a:r>
              <a:rPr dirty="0" spc="55"/>
              <a:t> </a:t>
            </a:r>
            <a:r>
              <a:rPr dirty="0"/>
              <a:t>is</a:t>
            </a:r>
            <a:r>
              <a:rPr dirty="0" spc="45"/>
              <a:t> </a:t>
            </a:r>
            <a:r>
              <a:rPr dirty="0"/>
              <a:t>a</a:t>
            </a:r>
            <a:r>
              <a:rPr dirty="0" spc="55"/>
              <a:t> </a:t>
            </a:r>
            <a:r>
              <a:rPr dirty="0"/>
              <a:t>need</a:t>
            </a:r>
            <a:r>
              <a:rPr dirty="0" spc="45"/>
              <a:t> </a:t>
            </a:r>
            <a:r>
              <a:rPr dirty="0"/>
              <a:t>to</a:t>
            </a:r>
            <a:r>
              <a:rPr dirty="0" spc="60"/>
              <a:t> </a:t>
            </a:r>
            <a:r>
              <a:rPr dirty="0"/>
              <a:t>develop</a:t>
            </a:r>
            <a:r>
              <a:rPr dirty="0" spc="45"/>
              <a:t> </a:t>
            </a:r>
            <a:r>
              <a:rPr dirty="0"/>
              <a:t>a</a:t>
            </a:r>
            <a:r>
              <a:rPr dirty="0" spc="55"/>
              <a:t> </a:t>
            </a:r>
            <a:r>
              <a:rPr dirty="0"/>
              <a:t>Real-Time</a:t>
            </a:r>
            <a:r>
              <a:rPr dirty="0" spc="40"/>
              <a:t> </a:t>
            </a:r>
            <a:r>
              <a:rPr dirty="0"/>
              <a:t>Event</a:t>
            </a:r>
            <a:r>
              <a:rPr dirty="0" spc="50"/>
              <a:t> </a:t>
            </a:r>
            <a:r>
              <a:rPr dirty="0"/>
              <a:t>Synchronization</a:t>
            </a:r>
            <a:r>
              <a:rPr dirty="0" spc="45"/>
              <a:t> </a:t>
            </a:r>
            <a:r>
              <a:rPr dirty="0"/>
              <a:t>Engine</a:t>
            </a:r>
            <a:r>
              <a:rPr dirty="0" spc="55"/>
              <a:t> </a:t>
            </a:r>
            <a:r>
              <a:rPr dirty="0"/>
              <a:t>that</a:t>
            </a:r>
            <a:r>
              <a:rPr dirty="0" spc="50"/>
              <a:t> </a:t>
            </a:r>
            <a:r>
              <a:rPr dirty="0"/>
              <a:t>provides</a:t>
            </a:r>
            <a:r>
              <a:rPr dirty="0" spc="65"/>
              <a:t> </a:t>
            </a:r>
            <a:r>
              <a:rPr dirty="0" spc="-10"/>
              <a:t>dynamic </a:t>
            </a:r>
            <a:r>
              <a:rPr dirty="0"/>
              <a:t>updates,</a:t>
            </a:r>
            <a:r>
              <a:rPr dirty="0" spc="45"/>
              <a:t> </a:t>
            </a:r>
            <a:r>
              <a:rPr dirty="0"/>
              <a:t>secure</a:t>
            </a:r>
            <a:r>
              <a:rPr dirty="0" spc="55"/>
              <a:t> </a:t>
            </a:r>
            <a:r>
              <a:rPr dirty="0"/>
              <a:t>data</a:t>
            </a:r>
            <a:r>
              <a:rPr dirty="0" spc="40"/>
              <a:t> </a:t>
            </a:r>
            <a:r>
              <a:rPr dirty="0"/>
              <a:t>handling,</a:t>
            </a:r>
            <a:r>
              <a:rPr dirty="0" spc="45"/>
              <a:t> </a:t>
            </a:r>
            <a:r>
              <a:rPr dirty="0"/>
              <a:t>and</a:t>
            </a:r>
            <a:r>
              <a:rPr dirty="0" spc="60"/>
              <a:t> </a:t>
            </a:r>
            <a:r>
              <a:rPr dirty="0"/>
              <a:t>efficient</a:t>
            </a:r>
            <a:r>
              <a:rPr dirty="0" spc="55"/>
              <a:t> </a:t>
            </a:r>
            <a:r>
              <a:rPr dirty="0"/>
              <a:t>event</a:t>
            </a:r>
            <a:r>
              <a:rPr dirty="0" spc="50"/>
              <a:t> </a:t>
            </a:r>
            <a:r>
              <a:rPr dirty="0" spc="-10"/>
              <a:t>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16052" y="2712719"/>
            <a:ext cx="579120" cy="581025"/>
          </a:xfrm>
          <a:custGeom>
            <a:avLst/>
            <a:gdLst/>
            <a:ahLst/>
            <a:cxnLst/>
            <a:rect l="l" t="t" r="r" b="b"/>
            <a:pathLst>
              <a:path w="579119" h="581025">
                <a:moveTo>
                  <a:pt x="289559" y="580643"/>
                </a:moveTo>
                <a:lnTo>
                  <a:pt x="242567" y="576856"/>
                </a:lnTo>
                <a:lnTo>
                  <a:pt x="197998" y="565891"/>
                </a:lnTo>
                <a:lnTo>
                  <a:pt x="156446" y="548342"/>
                </a:lnTo>
                <a:lnTo>
                  <a:pt x="118506" y="524804"/>
                </a:lnTo>
                <a:lnTo>
                  <a:pt x="84772" y="495871"/>
                </a:lnTo>
                <a:lnTo>
                  <a:pt x="55839" y="462137"/>
                </a:lnTo>
                <a:lnTo>
                  <a:pt x="32301" y="424197"/>
                </a:lnTo>
                <a:lnTo>
                  <a:pt x="14752" y="382645"/>
                </a:lnTo>
                <a:lnTo>
                  <a:pt x="3787" y="338076"/>
                </a:lnTo>
                <a:lnTo>
                  <a:pt x="0" y="291083"/>
                </a:lnTo>
                <a:lnTo>
                  <a:pt x="3787" y="244048"/>
                </a:lnTo>
                <a:lnTo>
                  <a:pt x="14752" y="199363"/>
                </a:lnTo>
                <a:lnTo>
                  <a:pt x="32301" y="157641"/>
                </a:lnTo>
                <a:lnTo>
                  <a:pt x="55839" y="119493"/>
                </a:lnTo>
                <a:lnTo>
                  <a:pt x="84772" y="85534"/>
                </a:lnTo>
                <a:lnTo>
                  <a:pt x="118506" y="56375"/>
                </a:lnTo>
                <a:lnTo>
                  <a:pt x="156446" y="32630"/>
                </a:lnTo>
                <a:lnTo>
                  <a:pt x="197998" y="14910"/>
                </a:lnTo>
                <a:lnTo>
                  <a:pt x="242567" y="3829"/>
                </a:lnTo>
                <a:lnTo>
                  <a:pt x="289559" y="0"/>
                </a:lnTo>
                <a:lnTo>
                  <a:pt x="336552" y="3829"/>
                </a:lnTo>
                <a:lnTo>
                  <a:pt x="381121" y="14910"/>
                </a:lnTo>
                <a:lnTo>
                  <a:pt x="422673" y="32630"/>
                </a:lnTo>
                <a:lnTo>
                  <a:pt x="460613" y="56375"/>
                </a:lnTo>
                <a:lnTo>
                  <a:pt x="494347" y="85534"/>
                </a:lnTo>
                <a:lnTo>
                  <a:pt x="523280" y="119493"/>
                </a:lnTo>
                <a:lnTo>
                  <a:pt x="546818" y="157641"/>
                </a:lnTo>
                <a:lnTo>
                  <a:pt x="564367" y="199363"/>
                </a:lnTo>
                <a:lnTo>
                  <a:pt x="575332" y="244048"/>
                </a:lnTo>
                <a:lnTo>
                  <a:pt x="579119" y="291083"/>
                </a:lnTo>
                <a:lnTo>
                  <a:pt x="575332" y="338076"/>
                </a:lnTo>
                <a:lnTo>
                  <a:pt x="564367" y="382645"/>
                </a:lnTo>
                <a:lnTo>
                  <a:pt x="546818" y="424197"/>
                </a:lnTo>
                <a:lnTo>
                  <a:pt x="523280" y="462137"/>
                </a:lnTo>
                <a:lnTo>
                  <a:pt x="494347" y="495871"/>
                </a:lnTo>
                <a:lnTo>
                  <a:pt x="460613" y="524804"/>
                </a:lnTo>
                <a:lnTo>
                  <a:pt x="422673" y="548342"/>
                </a:lnTo>
                <a:lnTo>
                  <a:pt x="381121" y="565891"/>
                </a:lnTo>
                <a:lnTo>
                  <a:pt x="336552" y="576856"/>
                </a:lnTo>
                <a:lnTo>
                  <a:pt x="289559" y="580643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30434" y="2853944"/>
            <a:ext cx="149225" cy="2673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65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56260" y="3363467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9080"/>
                </a:lnTo>
                <a:lnTo>
                  <a:pt x="28870" y="253008"/>
                </a:lnTo>
                <a:lnTo>
                  <a:pt x="61228" y="287645"/>
                </a:lnTo>
                <a:lnTo>
                  <a:pt x="102217" y="310359"/>
                </a:lnTo>
                <a:lnTo>
                  <a:pt x="149351" y="318515"/>
                </a:lnTo>
                <a:lnTo>
                  <a:pt x="196327" y="310359"/>
                </a:lnTo>
                <a:lnTo>
                  <a:pt x="236939" y="287645"/>
                </a:lnTo>
                <a:lnTo>
                  <a:pt x="268845" y="253008"/>
                </a:lnTo>
                <a:lnTo>
                  <a:pt x="289706" y="209080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50248" y="3429998"/>
            <a:ext cx="11048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65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56260" y="1933955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9080"/>
                </a:lnTo>
                <a:lnTo>
                  <a:pt x="28870" y="253008"/>
                </a:lnTo>
                <a:lnTo>
                  <a:pt x="61228" y="287645"/>
                </a:lnTo>
                <a:lnTo>
                  <a:pt x="102217" y="310359"/>
                </a:lnTo>
                <a:lnTo>
                  <a:pt x="149351" y="318515"/>
                </a:lnTo>
                <a:lnTo>
                  <a:pt x="196327" y="310359"/>
                </a:lnTo>
                <a:lnTo>
                  <a:pt x="236939" y="287645"/>
                </a:lnTo>
                <a:lnTo>
                  <a:pt x="268845" y="253008"/>
                </a:lnTo>
                <a:lnTo>
                  <a:pt x="289706" y="209080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69992" y="2000445"/>
            <a:ext cx="711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4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56260" y="3753611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336"/>
                </a:lnTo>
                <a:lnTo>
                  <a:pt x="28870" y="251813"/>
                </a:lnTo>
                <a:lnTo>
                  <a:pt x="61228" y="286219"/>
                </a:lnTo>
                <a:lnTo>
                  <a:pt x="102217" y="308847"/>
                </a:lnTo>
                <a:lnTo>
                  <a:pt x="149351" y="316991"/>
                </a:lnTo>
                <a:lnTo>
                  <a:pt x="196327" y="308847"/>
                </a:lnTo>
                <a:lnTo>
                  <a:pt x="236939" y="286219"/>
                </a:lnTo>
                <a:lnTo>
                  <a:pt x="268845" y="251813"/>
                </a:lnTo>
                <a:lnTo>
                  <a:pt x="289706" y="208336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53285" y="3820072"/>
            <a:ext cx="1028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56260" y="232257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54804" y="2390645"/>
            <a:ext cx="1016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56260" y="453085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9080"/>
                </a:lnTo>
                <a:lnTo>
                  <a:pt x="28870" y="253008"/>
                </a:lnTo>
                <a:lnTo>
                  <a:pt x="61228" y="287645"/>
                </a:lnTo>
                <a:lnTo>
                  <a:pt x="102217" y="310359"/>
                </a:lnTo>
                <a:lnTo>
                  <a:pt x="149351" y="318515"/>
                </a:lnTo>
                <a:lnTo>
                  <a:pt x="196327" y="310359"/>
                </a:lnTo>
                <a:lnTo>
                  <a:pt x="236939" y="287645"/>
                </a:lnTo>
                <a:lnTo>
                  <a:pt x="268845" y="253008"/>
                </a:lnTo>
                <a:lnTo>
                  <a:pt x="289706" y="209080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56260" y="41422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6327" y="308994"/>
                </a:lnTo>
                <a:lnTo>
                  <a:pt x="236939" y="286658"/>
                </a:lnTo>
                <a:lnTo>
                  <a:pt x="268845" y="252471"/>
                </a:lnTo>
                <a:lnTo>
                  <a:pt x="289706" y="208922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51767" y="4208753"/>
            <a:ext cx="10731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556260" y="492099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55626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651767" y="4597308"/>
            <a:ext cx="107314" cy="959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000" spc="2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3201" rIns="0" bIns="0" rtlCol="0" vert="horz">
            <a:spAutoFit/>
          </a:bodyPr>
          <a:lstStyle/>
          <a:p>
            <a:pPr marL="195707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OBJECTIVE(S)</a:t>
            </a:r>
          </a:p>
        </p:txBody>
      </p:sp>
      <p:pic>
        <p:nvPicPr>
          <p:cNvPr id="19" name="object 1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10640"/>
            <a:ext cx="548639" cy="140207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1332991" y="2076877"/>
            <a:ext cx="8104505" cy="25190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develop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dynamic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application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managing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synchronizing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time.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implement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real-time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updates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AJAX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without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requiring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page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refresh.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design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user-friendly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interface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HTML5,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CSS3,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JavaScript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(ES6).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build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secure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authentication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registration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login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functionality.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store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manage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efficiently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MySQL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database.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enable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users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create,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view,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manage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easily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through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centralized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dashboard.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ensure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consistency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integrity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across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multiple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users.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provide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fast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reliable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communication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between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client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server.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integrate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front-end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back-end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technologies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complete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full-stack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solution.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create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scalable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can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handle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multiple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real-time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operations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efficiently.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16052" y="3104388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567" y="575332"/>
                </a:lnTo>
                <a:lnTo>
                  <a:pt x="197998" y="564367"/>
                </a:lnTo>
                <a:lnTo>
                  <a:pt x="156446" y="546818"/>
                </a:lnTo>
                <a:lnTo>
                  <a:pt x="118506" y="523280"/>
                </a:lnTo>
                <a:lnTo>
                  <a:pt x="84772" y="494347"/>
                </a:lnTo>
                <a:lnTo>
                  <a:pt x="55839" y="460613"/>
                </a:lnTo>
                <a:lnTo>
                  <a:pt x="32301" y="422673"/>
                </a:lnTo>
                <a:lnTo>
                  <a:pt x="14752" y="381121"/>
                </a:lnTo>
                <a:lnTo>
                  <a:pt x="3787" y="336552"/>
                </a:lnTo>
                <a:lnTo>
                  <a:pt x="0" y="289559"/>
                </a:lnTo>
                <a:lnTo>
                  <a:pt x="3787" y="242567"/>
                </a:lnTo>
                <a:lnTo>
                  <a:pt x="14752" y="197998"/>
                </a:lnTo>
                <a:lnTo>
                  <a:pt x="32301" y="156446"/>
                </a:lnTo>
                <a:lnTo>
                  <a:pt x="55839" y="118506"/>
                </a:lnTo>
                <a:lnTo>
                  <a:pt x="84772" y="84772"/>
                </a:lnTo>
                <a:lnTo>
                  <a:pt x="118506" y="55839"/>
                </a:lnTo>
                <a:lnTo>
                  <a:pt x="156446" y="32301"/>
                </a:lnTo>
                <a:lnTo>
                  <a:pt x="197998" y="14752"/>
                </a:lnTo>
                <a:lnTo>
                  <a:pt x="242567" y="3787"/>
                </a:lnTo>
                <a:lnTo>
                  <a:pt x="289559" y="0"/>
                </a:lnTo>
                <a:lnTo>
                  <a:pt x="336552" y="3787"/>
                </a:lnTo>
                <a:lnTo>
                  <a:pt x="381121" y="14752"/>
                </a:lnTo>
                <a:lnTo>
                  <a:pt x="422673" y="32301"/>
                </a:lnTo>
                <a:lnTo>
                  <a:pt x="460613" y="55839"/>
                </a:lnTo>
                <a:lnTo>
                  <a:pt x="494347" y="84772"/>
                </a:lnTo>
                <a:lnTo>
                  <a:pt x="523280" y="118506"/>
                </a:lnTo>
                <a:lnTo>
                  <a:pt x="546818" y="156446"/>
                </a:lnTo>
                <a:lnTo>
                  <a:pt x="564367" y="197998"/>
                </a:lnTo>
                <a:lnTo>
                  <a:pt x="575332" y="242567"/>
                </a:lnTo>
                <a:lnTo>
                  <a:pt x="579119" y="289559"/>
                </a:lnTo>
                <a:lnTo>
                  <a:pt x="575332" y="336552"/>
                </a:lnTo>
                <a:lnTo>
                  <a:pt x="564367" y="381121"/>
                </a:lnTo>
                <a:lnTo>
                  <a:pt x="546818" y="422673"/>
                </a:lnTo>
                <a:lnTo>
                  <a:pt x="523280" y="460613"/>
                </a:lnTo>
                <a:lnTo>
                  <a:pt x="494347" y="494347"/>
                </a:lnTo>
                <a:lnTo>
                  <a:pt x="460613" y="523280"/>
                </a:lnTo>
                <a:lnTo>
                  <a:pt x="422673" y="546818"/>
                </a:lnTo>
                <a:lnTo>
                  <a:pt x="381121" y="564367"/>
                </a:lnTo>
                <a:lnTo>
                  <a:pt x="336552" y="575332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24399" y="3244008"/>
            <a:ext cx="160655" cy="2673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16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5626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53285" y="2780719"/>
            <a:ext cx="1035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56260" y="1933955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9080"/>
                </a:lnTo>
                <a:lnTo>
                  <a:pt x="28870" y="253008"/>
                </a:lnTo>
                <a:lnTo>
                  <a:pt x="61228" y="287645"/>
                </a:lnTo>
                <a:lnTo>
                  <a:pt x="102217" y="310359"/>
                </a:lnTo>
                <a:lnTo>
                  <a:pt x="149351" y="318515"/>
                </a:lnTo>
                <a:lnTo>
                  <a:pt x="196327" y="310359"/>
                </a:lnTo>
                <a:lnTo>
                  <a:pt x="236939" y="287645"/>
                </a:lnTo>
                <a:lnTo>
                  <a:pt x="268845" y="253008"/>
                </a:lnTo>
                <a:lnTo>
                  <a:pt x="289706" y="209080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69992" y="2000445"/>
            <a:ext cx="711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4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56260" y="3753611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336"/>
                </a:lnTo>
                <a:lnTo>
                  <a:pt x="28870" y="251813"/>
                </a:lnTo>
                <a:lnTo>
                  <a:pt x="61228" y="286219"/>
                </a:lnTo>
                <a:lnTo>
                  <a:pt x="102217" y="308847"/>
                </a:lnTo>
                <a:lnTo>
                  <a:pt x="149351" y="316991"/>
                </a:lnTo>
                <a:lnTo>
                  <a:pt x="196327" y="308847"/>
                </a:lnTo>
                <a:lnTo>
                  <a:pt x="236939" y="286219"/>
                </a:lnTo>
                <a:lnTo>
                  <a:pt x="268845" y="251813"/>
                </a:lnTo>
                <a:lnTo>
                  <a:pt x="289706" y="208336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53285" y="3820072"/>
            <a:ext cx="1028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56260" y="232257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54804" y="2390645"/>
            <a:ext cx="1016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56260" y="453085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9080"/>
                </a:lnTo>
                <a:lnTo>
                  <a:pt x="28870" y="253008"/>
                </a:lnTo>
                <a:lnTo>
                  <a:pt x="61228" y="287645"/>
                </a:lnTo>
                <a:lnTo>
                  <a:pt x="102217" y="310359"/>
                </a:lnTo>
                <a:lnTo>
                  <a:pt x="149351" y="318515"/>
                </a:lnTo>
                <a:lnTo>
                  <a:pt x="196327" y="310359"/>
                </a:lnTo>
                <a:lnTo>
                  <a:pt x="236939" y="287645"/>
                </a:lnTo>
                <a:lnTo>
                  <a:pt x="268845" y="253008"/>
                </a:lnTo>
                <a:lnTo>
                  <a:pt x="289706" y="209080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654804" y="4597308"/>
            <a:ext cx="100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56260" y="41422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6327" y="308994"/>
                </a:lnTo>
                <a:lnTo>
                  <a:pt x="236939" y="286658"/>
                </a:lnTo>
                <a:lnTo>
                  <a:pt x="268845" y="252471"/>
                </a:lnTo>
                <a:lnTo>
                  <a:pt x="289706" y="208922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56260" y="492099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51767" y="4989028"/>
            <a:ext cx="1054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2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55626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651767" y="5379101"/>
            <a:ext cx="10731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51767" y="1894040"/>
            <a:ext cx="9750425" cy="45142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562610" marR="125095" indent="-166370">
              <a:lnSpc>
                <a:spcPct val="102499"/>
              </a:lnSpc>
              <a:spcBef>
                <a:spcPts val="80"/>
              </a:spcBef>
              <a:buFont typeface="Arial MT"/>
              <a:buChar char="•"/>
              <a:tabLst>
                <a:tab pos="562610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proposed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Real-Time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Synchronization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Engine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enables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dynamic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management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instant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updates.</a:t>
            </a:r>
            <a:endParaRPr sz="1600">
              <a:latin typeface="Times New Roman"/>
              <a:cs typeface="Times New Roman"/>
            </a:endParaRPr>
          </a:p>
          <a:p>
            <a:pPr marL="563245" indent="-16700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563245" algn="l"/>
              </a:tabLst>
            </a:pP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provides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web-based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platform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where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users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can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register,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in,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manage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efficiently.</a:t>
            </a:r>
            <a:endParaRPr sz="1600">
              <a:latin typeface="Times New Roman"/>
              <a:cs typeface="Times New Roman"/>
            </a:endParaRPr>
          </a:p>
          <a:p>
            <a:pPr marL="563245" indent="-16700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56324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uses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AJAX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technology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fetch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update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without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refreshing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page.</a:t>
            </a:r>
            <a:endParaRPr sz="1600">
              <a:latin typeface="Times New Roman"/>
              <a:cs typeface="Times New Roman"/>
            </a:endParaRPr>
          </a:p>
          <a:p>
            <a:pPr marL="563245" indent="-16700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563245" algn="l"/>
              </a:tabLst>
            </a:pP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centralized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MySQL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database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used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store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details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information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securely.</a:t>
            </a:r>
            <a:endParaRPr sz="1600">
              <a:latin typeface="Times New Roman"/>
              <a:cs typeface="Times New Roman"/>
            </a:endParaRPr>
          </a:p>
          <a:p>
            <a:pPr marL="563245" indent="-16700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56324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application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ensures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real-time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synchronization,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users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can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view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updated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instantly.</a:t>
            </a:r>
            <a:endParaRPr sz="1600">
              <a:latin typeface="Times New Roman"/>
              <a:cs typeface="Times New Roman"/>
            </a:endParaRPr>
          </a:p>
          <a:p>
            <a:pPr marL="563245" indent="-16700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563245" algn="l"/>
              </a:tabLst>
            </a:pP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includes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dashboard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interface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where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users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can:</a:t>
            </a:r>
            <a:endParaRPr sz="1600">
              <a:latin typeface="Times New Roman"/>
              <a:cs typeface="Times New Roman"/>
            </a:endParaRPr>
          </a:p>
          <a:p>
            <a:pPr marL="563245" indent="-16700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563245" algn="l"/>
              </a:tabLst>
            </a:pPr>
            <a:r>
              <a:rPr dirty="0" sz="1600">
                <a:latin typeface="Times New Roman"/>
                <a:cs typeface="Times New Roman"/>
              </a:rPr>
              <a:t>Add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new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events</a:t>
            </a:r>
            <a:endParaRPr sz="1600">
              <a:latin typeface="Times New Roman"/>
              <a:cs typeface="Times New Roman"/>
            </a:endParaRPr>
          </a:p>
          <a:p>
            <a:pPr marL="563245" indent="-16700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563245" algn="l"/>
              </a:tabLst>
            </a:pPr>
            <a:r>
              <a:rPr dirty="0" sz="1600">
                <a:latin typeface="Times New Roman"/>
                <a:cs typeface="Times New Roman"/>
              </a:rPr>
              <a:t>View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existing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events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396240" algn="l"/>
              </a:tabLst>
            </a:pPr>
            <a:r>
              <a:rPr dirty="0" baseline="5555" sz="1500" spc="6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r>
              <a:rPr dirty="0" baseline="5555" sz="1500">
                <a:solidFill>
                  <a:srgbClr val="181818"/>
                </a:solidFill>
                <a:latin typeface="Tahoma"/>
                <a:cs typeface="Tahoma"/>
              </a:rPr>
              <a:t>	</a:t>
            </a:r>
            <a:r>
              <a:rPr dirty="0" sz="1600">
                <a:latin typeface="Arial MT"/>
                <a:cs typeface="Arial MT"/>
              </a:rPr>
              <a:t>•</a:t>
            </a:r>
            <a:r>
              <a:rPr dirty="0" sz="1600" spc="345">
                <a:latin typeface="Arial MT"/>
                <a:cs typeface="Arial MT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Monitor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updates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dynamically</a:t>
            </a:r>
            <a:endParaRPr sz="1600">
              <a:latin typeface="Times New Roman"/>
              <a:cs typeface="Times New Roman"/>
            </a:endParaRPr>
          </a:p>
          <a:p>
            <a:pPr marL="563245" indent="-16700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56324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implements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secure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authentication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protect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restrict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unauthorized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access.</a:t>
            </a:r>
            <a:endParaRPr sz="1600">
              <a:latin typeface="Times New Roman"/>
              <a:cs typeface="Times New Roman"/>
            </a:endParaRPr>
          </a:p>
          <a:p>
            <a:pPr marL="563245" indent="-16700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56324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backend,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developed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PHP,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handles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database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operations,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sessions,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server-side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processing.</a:t>
            </a:r>
            <a:endParaRPr sz="1600">
              <a:latin typeface="Times New Roman"/>
              <a:cs typeface="Times New Roman"/>
            </a:endParaRPr>
          </a:p>
          <a:p>
            <a:pPr marL="562610" marR="517525" indent="-166370">
              <a:lnSpc>
                <a:spcPts val="1970"/>
              </a:lnSpc>
              <a:spcBef>
                <a:spcPts val="60"/>
              </a:spcBef>
              <a:buFont typeface="Arial MT"/>
              <a:buChar char="•"/>
              <a:tabLst>
                <a:tab pos="562610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frontend,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built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HTML5,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CSS3,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JavaScript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(ES6),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ensures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responsive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interactive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user </a:t>
            </a:r>
            <a:r>
              <a:rPr dirty="0" sz="1600" spc="-10">
                <a:latin typeface="Times New Roman"/>
                <a:cs typeface="Times New Roman"/>
              </a:rPr>
              <a:t>experience.</a:t>
            </a:r>
            <a:endParaRPr sz="1600">
              <a:latin typeface="Times New Roman"/>
              <a:cs typeface="Times New Roman"/>
            </a:endParaRPr>
          </a:p>
          <a:p>
            <a:pPr marL="563245" indent="-167005">
              <a:lnSpc>
                <a:spcPts val="1889"/>
              </a:lnSpc>
              <a:buFont typeface="Arial MT"/>
              <a:buChar char="•"/>
              <a:tabLst>
                <a:tab pos="56324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deployed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XAMPP/Tomcat,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providing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reliable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environment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development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testing.</a:t>
            </a:r>
            <a:endParaRPr sz="1600">
              <a:latin typeface="Times New Roman"/>
              <a:cs typeface="Times New Roman"/>
            </a:endParaRPr>
          </a:p>
          <a:p>
            <a:pPr marL="563245" indent="-16700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563245" algn="l"/>
              </a:tabLst>
            </a:pP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reduces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manual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effort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by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automating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updates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synchronization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processes.</a:t>
            </a:r>
            <a:endParaRPr sz="1600">
              <a:latin typeface="Times New Roman"/>
              <a:cs typeface="Times New Roman"/>
            </a:endParaRPr>
          </a:p>
          <a:p>
            <a:pPr marL="562610" marR="883919" indent="-166370">
              <a:lnSpc>
                <a:spcPct val="101899"/>
              </a:lnSpc>
              <a:spcBef>
                <a:spcPts val="15"/>
              </a:spcBef>
              <a:buFont typeface="Arial MT"/>
              <a:buChar char="•"/>
              <a:tabLst>
                <a:tab pos="562610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proposed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scalable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efficient,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capable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handling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multiple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users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real-time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data </a:t>
            </a:r>
            <a:r>
              <a:rPr dirty="0" sz="1600">
                <a:latin typeface="Times New Roman"/>
                <a:cs typeface="Times New Roman"/>
              </a:rPr>
              <a:t>operations</a:t>
            </a:r>
            <a:r>
              <a:rPr dirty="0" sz="1600" spc="8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simultaneously.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10640"/>
            <a:ext cx="548639" cy="140207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3201" rIns="0" bIns="0" rtlCol="0" vert="horz">
            <a:spAutoFit/>
          </a:bodyPr>
          <a:lstStyle/>
          <a:p>
            <a:pPr marL="1457325">
              <a:lnSpc>
                <a:spcPct val="100000"/>
              </a:lnSpc>
              <a:spcBef>
                <a:spcPts val="105"/>
              </a:spcBef>
            </a:pPr>
            <a:r>
              <a:rPr dirty="0"/>
              <a:t>PROPOSED</a:t>
            </a:r>
            <a:r>
              <a:rPr dirty="0" spc="-50"/>
              <a:t> </a:t>
            </a:r>
            <a:r>
              <a:rPr dirty="0" spc="-10"/>
              <a:t>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16052" y="3496055"/>
            <a:ext cx="579120" cy="581025"/>
          </a:xfrm>
          <a:custGeom>
            <a:avLst/>
            <a:gdLst/>
            <a:ahLst/>
            <a:cxnLst/>
            <a:rect l="l" t="t" r="r" b="b"/>
            <a:pathLst>
              <a:path w="579119" h="581025">
                <a:moveTo>
                  <a:pt x="289559" y="580643"/>
                </a:moveTo>
                <a:lnTo>
                  <a:pt x="242567" y="576856"/>
                </a:lnTo>
                <a:lnTo>
                  <a:pt x="197998" y="565891"/>
                </a:lnTo>
                <a:lnTo>
                  <a:pt x="156446" y="548342"/>
                </a:lnTo>
                <a:lnTo>
                  <a:pt x="118506" y="524804"/>
                </a:lnTo>
                <a:lnTo>
                  <a:pt x="84772" y="495871"/>
                </a:lnTo>
                <a:lnTo>
                  <a:pt x="55839" y="462137"/>
                </a:lnTo>
                <a:lnTo>
                  <a:pt x="32301" y="424197"/>
                </a:lnTo>
                <a:lnTo>
                  <a:pt x="14752" y="382645"/>
                </a:lnTo>
                <a:lnTo>
                  <a:pt x="3787" y="338076"/>
                </a:lnTo>
                <a:lnTo>
                  <a:pt x="0" y="291083"/>
                </a:lnTo>
                <a:lnTo>
                  <a:pt x="3787" y="244048"/>
                </a:lnTo>
                <a:lnTo>
                  <a:pt x="14752" y="199363"/>
                </a:lnTo>
                <a:lnTo>
                  <a:pt x="32301" y="157641"/>
                </a:lnTo>
                <a:lnTo>
                  <a:pt x="55839" y="119493"/>
                </a:lnTo>
                <a:lnTo>
                  <a:pt x="84772" y="85534"/>
                </a:lnTo>
                <a:lnTo>
                  <a:pt x="118506" y="56375"/>
                </a:lnTo>
                <a:lnTo>
                  <a:pt x="156446" y="32630"/>
                </a:lnTo>
                <a:lnTo>
                  <a:pt x="197998" y="14910"/>
                </a:lnTo>
                <a:lnTo>
                  <a:pt x="242567" y="3829"/>
                </a:lnTo>
                <a:lnTo>
                  <a:pt x="289559" y="0"/>
                </a:lnTo>
                <a:lnTo>
                  <a:pt x="336552" y="3829"/>
                </a:lnTo>
                <a:lnTo>
                  <a:pt x="381121" y="14910"/>
                </a:lnTo>
                <a:lnTo>
                  <a:pt x="422673" y="32630"/>
                </a:lnTo>
                <a:lnTo>
                  <a:pt x="460613" y="56375"/>
                </a:lnTo>
                <a:lnTo>
                  <a:pt x="494347" y="85534"/>
                </a:lnTo>
                <a:lnTo>
                  <a:pt x="523280" y="119493"/>
                </a:lnTo>
                <a:lnTo>
                  <a:pt x="546818" y="157641"/>
                </a:lnTo>
                <a:lnTo>
                  <a:pt x="564367" y="199363"/>
                </a:lnTo>
                <a:lnTo>
                  <a:pt x="575332" y="244048"/>
                </a:lnTo>
                <a:lnTo>
                  <a:pt x="579119" y="291083"/>
                </a:lnTo>
                <a:lnTo>
                  <a:pt x="575332" y="338076"/>
                </a:lnTo>
                <a:lnTo>
                  <a:pt x="564367" y="382645"/>
                </a:lnTo>
                <a:lnTo>
                  <a:pt x="546818" y="424197"/>
                </a:lnTo>
                <a:lnTo>
                  <a:pt x="523280" y="462137"/>
                </a:lnTo>
                <a:lnTo>
                  <a:pt x="494347" y="495871"/>
                </a:lnTo>
                <a:lnTo>
                  <a:pt x="460613" y="524804"/>
                </a:lnTo>
                <a:lnTo>
                  <a:pt x="422673" y="548342"/>
                </a:lnTo>
                <a:lnTo>
                  <a:pt x="381121" y="565891"/>
                </a:lnTo>
                <a:lnTo>
                  <a:pt x="336552" y="576856"/>
                </a:lnTo>
                <a:lnTo>
                  <a:pt x="289559" y="580643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30434" y="3637292"/>
            <a:ext cx="148590" cy="2673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65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56260" y="2715767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56260" y="1937004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6327" y="308994"/>
                </a:lnTo>
                <a:lnTo>
                  <a:pt x="236939" y="286658"/>
                </a:lnTo>
                <a:lnTo>
                  <a:pt x="268845" y="252471"/>
                </a:lnTo>
                <a:lnTo>
                  <a:pt x="289706" y="208922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69992" y="2003482"/>
            <a:ext cx="711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4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56260" y="3105911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50248" y="3173957"/>
            <a:ext cx="11048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65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556260" y="232562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54804" y="2393683"/>
            <a:ext cx="1016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53285" y="2456304"/>
            <a:ext cx="3122295" cy="7727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601980" indent="-2667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601980" algn="l"/>
              </a:tabLst>
            </a:pPr>
            <a:r>
              <a:rPr dirty="0" sz="1600">
                <a:latin typeface="Times New Roman"/>
                <a:cs typeface="Times New Roman"/>
              </a:rPr>
              <a:t>Presentation</a:t>
            </a:r>
            <a:r>
              <a:rPr dirty="0" sz="1600" spc="8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Layer</a:t>
            </a:r>
            <a:r>
              <a:rPr dirty="0" sz="1600" spc="8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(Frontend)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335280" algn="l"/>
                <a:tab pos="601980" algn="l"/>
              </a:tabLst>
            </a:pPr>
            <a:r>
              <a:rPr dirty="0" sz="1000" spc="1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r>
              <a:rPr dirty="0" sz="1000">
                <a:solidFill>
                  <a:srgbClr val="181818"/>
                </a:solidFill>
                <a:latin typeface="Tahoma"/>
                <a:cs typeface="Tahoma"/>
              </a:rPr>
              <a:t>	</a:t>
            </a:r>
            <a:r>
              <a:rPr dirty="0" sz="1600" spc="-50">
                <a:latin typeface="Arial MT"/>
                <a:cs typeface="Arial MT"/>
              </a:rPr>
              <a:t>•</a:t>
            </a:r>
            <a:r>
              <a:rPr dirty="0" sz="1600">
                <a:latin typeface="Arial MT"/>
                <a:cs typeface="Arial MT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Application</a:t>
            </a:r>
            <a:r>
              <a:rPr dirty="0" sz="1600" spc="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Layer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(Backend)</a:t>
            </a:r>
            <a:endParaRPr sz="1600">
              <a:latin typeface="Times New Roman"/>
              <a:cs typeface="Times New Roman"/>
            </a:endParaRPr>
          </a:p>
          <a:p>
            <a:pPr marL="601980" indent="-266700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601980" algn="l"/>
              </a:tabLst>
            </a:pP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Layer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(Database)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56260" y="45339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9080"/>
                </a:lnTo>
                <a:lnTo>
                  <a:pt x="28870" y="253008"/>
                </a:lnTo>
                <a:lnTo>
                  <a:pt x="61228" y="287645"/>
                </a:lnTo>
                <a:lnTo>
                  <a:pt x="102217" y="310359"/>
                </a:lnTo>
                <a:lnTo>
                  <a:pt x="149351" y="318515"/>
                </a:lnTo>
                <a:lnTo>
                  <a:pt x="196327" y="310359"/>
                </a:lnTo>
                <a:lnTo>
                  <a:pt x="236939" y="287645"/>
                </a:lnTo>
                <a:lnTo>
                  <a:pt x="268845" y="253008"/>
                </a:lnTo>
                <a:lnTo>
                  <a:pt x="289706" y="209080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56260" y="414528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6327" y="308994"/>
                </a:lnTo>
                <a:lnTo>
                  <a:pt x="236939" y="286658"/>
                </a:lnTo>
                <a:lnTo>
                  <a:pt x="268845" y="252471"/>
                </a:lnTo>
                <a:lnTo>
                  <a:pt x="289706" y="208922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56260" y="4917948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56260" y="530809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51767" y="4211791"/>
            <a:ext cx="107314" cy="1341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000" spc="2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7751978" y="774191"/>
            <a:ext cx="2937510" cy="944880"/>
            <a:chOff x="7751978" y="774191"/>
            <a:chExt cx="2937510" cy="944880"/>
          </a:xfrm>
        </p:grpSpPr>
        <p:sp>
          <p:nvSpPr>
            <p:cNvPr id="18" name="object 18" descr=""/>
            <p:cNvSpPr/>
            <p:nvPr/>
          </p:nvSpPr>
          <p:spPr>
            <a:xfrm>
              <a:off x="7751978" y="774191"/>
              <a:ext cx="2937510" cy="944880"/>
            </a:xfrm>
            <a:custGeom>
              <a:avLst/>
              <a:gdLst/>
              <a:ahLst/>
              <a:cxnLst/>
              <a:rect l="l" t="t" r="r" b="b"/>
              <a:pathLst>
                <a:path w="2937509" h="944880">
                  <a:moveTo>
                    <a:pt x="2937357" y="887730"/>
                  </a:moveTo>
                  <a:lnTo>
                    <a:pt x="1721205" y="887730"/>
                  </a:lnTo>
                  <a:lnTo>
                    <a:pt x="1699869" y="878840"/>
                  </a:lnTo>
                  <a:lnTo>
                    <a:pt x="1658721" y="878840"/>
                  </a:lnTo>
                  <a:lnTo>
                    <a:pt x="1638909" y="868680"/>
                  </a:lnTo>
                  <a:lnTo>
                    <a:pt x="1617573" y="868680"/>
                  </a:lnTo>
                  <a:lnTo>
                    <a:pt x="1577949" y="859790"/>
                  </a:lnTo>
                  <a:lnTo>
                    <a:pt x="1556613" y="849630"/>
                  </a:lnTo>
                  <a:lnTo>
                    <a:pt x="1516989" y="840740"/>
                  </a:lnTo>
                  <a:lnTo>
                    <a:pt x="1495653" y="840740"/>
                  </a:lnTo>
                  <a:lnTo>
                    <a:pt x="1456029" y="821690"/>
                  </a:lnTo>
                  <a:lnTo>
                    <a:pt x="1436217" y="821690"/>
                  </a:lnTo>
                  <a:lnTo>
                    <a:pt x="1257909" y="764540"/>
                  </a:lnTo>
                  <a:lnTo>
                    <a:pt x="1238097" y="754380"/>
                  </a:lnTo>
                  <a:lnTo>
                    <a:pt x="1219809" y="754380"/>
                  </a:lnTo>
                  <a:lnTo>
                    <a:pt x="1180185" y="735330"/>
                  </a:lnTo>
                  <a:lnTo>
                    <a:pt x="1160373" y="735330"/>
                  </a:lnTo>
                  <a:lnTo>
                    <a:pt x="1142085" y="726440"/>
                  </a:lnTo>
                  <a:lnTo>
                    <a:pt x="1122273" y="716280"/>
                  </a:lnTo>
                  <a:lnTo>
                    <a:pt x="1103985" y="707390"/>
                  </a:lnTo>
                  <a:lnTo>
                    <a:pt x="1084173" y="697230"/>
                  </a:lnTo>
                  <a:lnTo>
                    <a:pt x="1065885" y="697230"/>
                  </a:lnTo>
                  <a:lnTo>
                    <a:pt x="1046073" y="688340"/>
                  </a:lnTo>
                  <a:lnTo>
                    <a:pt x="1027785" y="678180"/>
                  </a:lnTo>
                  <a:lnTo>
                    <a:pt x="1007973" y="669290"/>
                  </a:lnTo>
                  <a:lnTo>
                    <a:pt x="971397" y="650240"/>
                  </a:lnTo>
                  <a:lnTo>
                    <a:pt x="953109" y="650240"/>
                  </a:lnTo>
                  <a:lnTo>
                    <a:pt x="768705" y="554990"/>
                  </a:lnTo>
                  <a:lnTo>
                    <a:pt x="751941" y="544830"/>
                  </a:lnTo>
                  <a:lnTo>
                    <a:pt x="662025" y="497840"/>
                  </a:lnTo>
                  <a:lnTo>
                    <a:pt x="645261" y="487680"/>
                  </a:lnTo>
                  <a:lnTo>
                    <a:pt x="626973" y="478790"/>
                  </a:lnTo>
                  <a:lnTo>
                    <a:pt x="610209" y="468630"/>
                  </a:lnTo>
                  <a:lnTo>
                    <a:pt x="591921" y="459740"/>
                  </a:lnTo>
                  <a:lnTo>
                    <a:pt x="541629" y="421640"/>
                  </a:lnTo>
                  <a:lnTo>
                    <a:pt x="523341" y="411480"/>
                  </a:lnTo>
                  <a:lnTo>
                    <a:pt x="489813" y="392430"/>
                  </a:lnTo>
                  <a:lnTo>
                    <a:pt x="456285" y="364490"/>
                  </a:lnTo>
                  <a:lnTo>
                    <a:pt x="422757" y="345440"/>
                  </a:lnTo>
                  <a:lnTo>
                    <a:pt x="389229" y="316230"/>
                  </a:lnTo>
                  <a:lnTo>
                    <a:pt x="372465" y="307340"/>
                  </a:lnTo>
                  <a:lnTo>
                    <a:pt x="357225" y="297180"/>
                  </a:lnTo>
                  <a:lnTo>
                    <a:pt x="323697" y="278130"/>
                  </a:lnTo>
                  <a:lnTo>
                    <a:pt x="308457" y="259080"/>
                  </a:lnTo>
                  <a:lnTo>
                    <a:pt x="291693" y="250190"/>
                  </a:lnTo>
                  <a:lnTo>
                    <a:pt x="276453" y="240030"/>
                  </a:lnTo>
                  <a:lnTo>
                    <a:pt x="259689" y="220980"/>
                  </a:lnTo>
                  <a:lnTo>
                    <a:pt x="229209" y="201930"/>
                  </a:lnTo>
                  <a:lnTo>
                    <a:pt x="212445" y="182880"/>
                  </a:lnTo>
                  <a:lnTo>
                    <a:pt x="181965" y="163830"/>
                  </a:lnTo>
                  <a:lnTo>
                    <a:pt x="166725" y="144780"/>
                  </a:lnTo>
                  <a:lnTo>
                    <a:pt x="136245" y="125730"/>
                  </a:lnTo>
                  <a:lnTo>
                    <a:pt x="121005" y="106680"/>
                  </a:lnTo>
                  <a:lnTo>
                    <a:pt x="60045" y="49530"/>
                  </a:lnTo>
                  <a:lnTo>
                    <a:pt x="46329" y="40640"/>
                  </a:lnTo>
                  <a:lnTo>
                    <a:pt x="15849" y="11430"/>
                  </a:lnTo>
                  <a:lnTo>
                    <a:pt x="2133" y="2540"/>
                  </a:lnTo>
                  <a:lnTo>
                    <a:pt x="0" y="0"/>
                  </a:lnTo>
                  <a:lnTo>
                    <a:pt x="456590" y="0"/>
                  </a:lnTo>
                  <a:lnTo>
                    <a:pt x="460857" y="2540"/>
                  </a:lnTo>
                  <a:lnTo>
                    <a:pt x="459333" y="2540"/>
                  </a:lnTo>
                  <a:lnTo>
                    <a:pt x="476097" y="11430"/>
                  </a:lnTo>
                  <a:lnTo>
                    <a:pt x="474573" y="11430"/>
                  </a:lnTo>
                  <a:lnTo>
                    <a:pt x="505053" y="30480"/>
                  </a:lnTo>
                  <a:lnTo>
                    <a:pt x="503529" y="30480"/>
                  </a:lnTo>
                  <a:lnTo>
                    <a:pt x="518769" y="49530"/>
                  </a:lnTo>
                  <a:lnTo>
                    <a:pt x="526389" y="49530"/>
                  </a:lnTo>
                  <a:lnTo>
                    <a:pt x="534009" y="59690"/>
                  </a:lnTo>
                  <a:lnTo>
                    <a:pt x="541629" y="59690"/>
                  </a:lnTo>
                  <a:lnTo>
                    <a:pt x="549249" y="68580"/>
                  </a:lnTo>
                  <a:lnTo>
                    <a:pt x="564489" y="78740"/>
                  </a:lnTo>
                  <a:lnTo>
                    <a:pt x="562965" y="78740"/>
                  </a:lnTo>
                  <a:lnTo>
                    <a:pt x="579729" y="87630"/>
                  </a:lnTo>
                  <a:lnTo>
                    <a:pt x="578205" y="87630"/>
                  </a:lnTo>
                  <a:lnTo>
                    <a:pt x="594969" y="97790"/>
                  </a:lnTo>
                  <a:lnTo>
                    <a:pt x="593445" y="97790"/>
                  </a:lnTo>
                  <a:lnTo>
                    <a:pt x="610209" y="106680"/>
                  </a:lnTo>
                  <a:lnTo>
                    <a:pt x="608685" y="106680"/>
                  </a:lnTo>
                  <a:lnTo>
                    <a:pt x="625449" y="116840"/>
                  </a:lnTo>
                  <a:lnTo>
                    <a:pt x="623925" y="116840"/>
                  </a:lnTo>
                  <a:lnTo>
                    <a:pt x="640689" y="125730"/>
                  </a:lnTo>
                  <a:lnTo>
                    <a:pt x="639165" y="125730"/>
                  </a:lnTo>
                  <a:lnTo>
                    <a:pt x="655929" y="135890"/>
                  </a:lnTo>
                  <a:lnTo>
                    <a:pt x="654405" y="135890"/>
                  </a:lnTo>
                  <a:lnTo>
                    <a:pt x="671169" y="144780"/>
                  </a:lnTo>
                  <a:lnTo>
                    <a:pt x="669645" y="144780"/>
                  </a:lnTo>
                  <a:lnTo>
                    <a:pt x="686409" y="163830"/>
                  </a:lnTo>
                  <a:lnTo>
                    <a:pt x="701649" y="173990"/>
                  </a:lnTo>
                  <a:lnTo>
                    <a:pt x="710031" y="173990"/>
                  </a:lnTo>
                  <a:lnTo>
                    <a:pt x="718413" y="182880"/>
                  </a:lnTo>
                  <a:lnTo>
                    <a:pt x="716889" y="182880"/>
                  </a:lnTo>
                  <a:lnTo>
                    <a:pt x="733653" y="193040"/>
                  </a:lnTo>
                  <a:lnTo>
                    <a:pt x="732129" y="193040"/>
                  </a:lnTo>
                  <a:lnTo>
                    <a:pt x="765657" y="212090"/>
                  </a:lnTo>
                  <a:lnTo>
                    <a:pt x="764133" y="212090"/>
                  </a:lnTo>
                  <a:lnTo>
                    <a:pt x="780897" y="220980"/>
                  </a:lnTo>
                  <a:lnTo>
                    <a:pt x="779373" y="220980"/>
                  </a:lnTo>
                  <a:lnTo>
                    <a:pt x="812901" y="240030"/>
                  </a:lnTo>
                  <a:lnTo>
                    <a:pt x="811377" y="240030"/>
                  </a:lnTo>
                  <a:lnTo>
                    <a:pt x="861669" y="259080"/>
                  </a:lnTo>
                  <a:lnTo>
                    <a:pt x="860145" y="259080"/>
                  </a:lnTo>
                  <a:lnTo>
                    <a:pt x="893673" y="278130"/>
                  </a:lnTo>
                  <a:lnTo>
                    <a:pt x="892149" y="278130"/>
                  </a:lnTo>
                  <a:lnTo>
                    <a:pt x="910437" y="288290"/>
                  </a:lnTo>
                  <a:lnTo>
                    <a:pt x="908913" y="288290"/>
                  </a:lnTo>
                  <a:lnTo>
                    <a:pt x="927201" y="297180"/>
                  </a:lnTo>
                  <a:lnTo>
                    <a:pt x="925677" y="297180"/>
                  </a:lnTo>
                  <a:lnTo>
                    <a:pt x="992733" y="335280"/>
                  </a:lnTo>
                  <a:lnTo>
                    <a:pt x="1007973" y="335280"/>
                  </a:lnTo>
                  <a:lnTo>
                    <a:pt x="1026261" y="345440"/>
                  </a:lnTo>
                  <a:lnTo>
                    <a:pt x="1024737" y="345440"/>
                  </a:lnTo>
                  <a:lnTo>
                    <a:pt x="1043025" y="354330"/>
                  </a:lnTo>
                  <a:lnTo>
                    <a:pt x="1041501" y="354330"/>
                  </a:lnTo>
                  <a:lnTo>
                    <a:pt x="1059789" y="364490"/>
                  </a:lnTo>
                  <a:lnTo>
                    <a:pt x="1093317" y="383540"/>
                  </a:lnTo>
                  <a:lnTo>
                    <a:pt x="1110081" y="383540"/>
                  </a:lnTo>
                  <a:lnTo>
                    <a:pt x="1128369" y="392430"/>
                  </a:lnTo>
                  <a:lnTo>
                    <a:pt x="1126845" y="392430"/>
                  </a:lnTo>
                  <a:lnTo>
                    <a:pt x="1145133" y="402590"/>
                  </a:lnTo>
                  <a:lnTo>
                    <a:pt x="1143609" y="402590"/>
                  </a:lnTo>
                  <a:lnTo>
                    <a:pt x="1180185" y="411480"/>
                  </a:lnTo>
                  <a:lnTo>
                    <a:pt x="1178661" y="411480"/>
                  </a:lnTo>
                  <a:lnTo>
                    <a:pt x="1196949" y="421640"/>
                  </a:lnTo>
                  <a:lnTo>
                    <a:pt x="1195425" y="421640"/>
                  </a:lnTo>
                  <a:lnTo>
                    <a:pt x="1232001" y="440690"/>
                  </a:lnTo>
                  <a:lnTo>
                    <a:pt x="1248765" y="440690"/>
                  </a:lnTo>
                  <a:lnTo>
                    <a:pt x="1267053" y="449580"/>
                  </a:lnTo>
                  <a:lnTo>
                    <a:pt x="1265529" y="449580"/>
                  </a:lnTo>
                  <a:lnTo>
                    <a:pt x="1283817" y="459740"/>
                  </a:lnTo>
                  <a:lnTo>
                    <a:pt x="1300581" y="459740"/>
                  </a:lnTo>
                  <a:lnTo>
                    <a:pt x="1337157" y="478790"/>
                  </a:lnTo>
                  <a:lnTo>
                    <a:pt x="1353921" y="478790"/>
                  </a:lnTo>
                  <a:lnTo>
                    <a:pt x="1390497" y="497840"/>
                  </a:lnTo>
                  <a:lnTo>
                    <a:pt x="1407261" y="497840"/>
                  </a:lnTo>
                  <a:lnTo>
                    <a:pt x="1427073" y="506730"/>
                  </a:lnTo>
                  <a:lnTo>
                    <a:pt x="1443837" y="506730"/>
                  </a:lnTo>
                  <a:lnTo>
                    <a:pt x="1462125" y="516890"/>
                  </a:lnTo>
                  <a:lnTo>
                    <a:pt x="1478889" y="516890"/>
                  </a:lnTo>
                  <a:lnTo>
                    <a:pt x="1498701" y="525780"/>
                  </a:lnTo>
                  <a:lnTo>
                    <a:pt x="1497177" y="525780"/>
                  </a:lnTo>
                  <a:lnTo>
                    <a:pt x="1516989" y="535940"/>
                  </a:lnTo>
                  <a:lnTo>
                    <a:pt x="1533753" y="535940"/>
                  </a:lnTo>
                  <a:lnTo>
                    <a:pt x="1553565" y="544830"/>
                  </a:lnTo>
                  <a:lnTo>
                    <a:pt x="1588617" y="544830"/>
                  </a:lnTo>
                  <a:lnTo>
                    <a:pt x="1608429" y="554990"/>
                  </a:lnTo>
                  <a:lnTo>
                    <a:pt x="1626717" y="554990"/>
                  </a:lnTo>
                  <a:lnTo>
                    <a:pt x="1663293" y="563880"/>
                  </a:lnTo>
                  <a:lnTo>
                    <a:pt x="1683105" y="574040"/>
                  </a:lnTo>
                  <a:lnTo>
                    <a:pt x="1699869" y="574040"/>
                  </a:lnTo>
                  <a:lnTo>
                    <a:pt x="1719681" y="582930"/>
                  </a:lnTo>
                  <a:lnTo>
                    <a:pt x="1756257" y="582930"/>
                  </a:lnTo>
                  <a:lnTo>
                    <a:pt x="1776069" y="593090"/>
                  </a:lnTo>
                  <a:lnTo>
                    <a:pt x="1812645" y="593090"/>
                  </a:lnTo>
                  <a:lnTo>
                    <a:pt x="1852269" y="601980"/>
                  </a:lnTo>
                  <a:lnTo>
                    <a:pt x="1869033" y="601980"/>
                  </a:lnTo>
                  <a:lnTo>
                    <a:pt x="1890369" y="612140"/>
                  </a:lnTo>
                  <a:lnTo>
                    <a:pt x="1926945" y="612140"/>
                  </a:lnTo>
                  <a:lnTo>
                    <a:pt x="1946757" y="621030"/>
                  </a:lnTo>
                  <a:lnTo>
                    <a:pt x="2022957" y="621030"/>
                  </a:lnTo>
                  <a:lnTo>
                    <a:pt x="2062581" y="631190"/>
                  </a:lnTo>
                  <a:lnTo>
                    <a:pt x="2138781" y="631190"/>
                  </a:lnTo>
                  <a:lnTo>
                    <a:pt x="2160117" y="640080"/>
                  </a:lnTo>
                  <a:lnTo>
                    <a:pt x="2937357" y="640080"/>
                  </a:lnTo>
                  <a:lnTo>
                    <a:pt x="2937357" y="887730"/>
                  </a:lnTo>
                  <a:close/>
                </a:path>
                <a:path w="2937509" h="944880">
                  <a:moveTo>
                    <a:pt x="526389" y="49530"/>
                  </a:moveTo>
                  <a:lnTo>
                    <a:pt x="518769" y="49530"/>
                  </a:lnTo>
                  <a:lnTo>
                    <a:pt x="518769" y="40640"/>
                  </a:lnTo>
                  <a:lnTo>
                    <a:pt x="526389" y="49530"/>
                  </a:lnTo>
                  <a:close/>
                </a:path>
                <a:path w="2937509" h="944880">
                  <a:moveTo>
                    <a:pt x="541629" y="59690"/>
                  </a:moveTo>
                  <a:lnTo>
                    <a:pt x="534009" y="59690"/>
                  </a:lnTo>
                  <a:lnTo>
                    <a:pt x="534009" y="49530"/>
                  </a:lnTo>
                  <a:lnTo>
                    <a:pt x="541629" y="59690"/>
                  </a:lnTo>
                  <a:close/>
                </a:path>
                <a:path w="2937509" h="944880">
                  <a:moveTo>
                    <a:pt x="710031" y="173990"/>
                  </a:moveTo>
                  <a:lnTo>
                    <a:pt x="701649" y="173990"/>
                  </a:lnTo>
                  <a:lnTo>
                    <a:pt x="701649" y="163830"/>
                  </a:lnTo>
                  <a:lnTo>
                    <a:pt x="710031" y="173990"/>
                  </a:lnTo>
                  <a:close/>
                </a:path>
                <a:path w="2937509" h="944880">
                  <a:moveTo>
                    <a:pt x="1248765" y="440690"/>
                  </a:moveTo>
                  <a:lnTo>
                    <a:pt x="1232001" y="440690"/>
                  </a:lnTo>
                  <a:lnTo>
                    <a:pt x="1230477" y="430530"/>
                  </a:lnTo>
                  <a:lnTo>
                    <a:pt x="1248765" y="440690"/>
                  </a:lnTo>
                  <a:close/>
                </a:path>
                <a:path w="2937509" h="944880">
                  <a:moveTo>
                    <a:pt x="1535277" y="535940"/>
                  </a:moveTo>
                  <a:lnTo>
                    <a:pt x="1516989" y="535940"/>
                  </a:lnTo>
                  <a:lnTo>
                    <a:pt x="1515465" y="525780"/>
                  </a:lnTo>
                  <a:lnTo>
                    <a:pt x="1535277" y="535940"/>
                  </a:lnTo>
                  <a:close/>
                </a:path>
                <a:path w="2937509" h="944880">
                  <a:moveTo>
                    <a:pt x="2937357" y="640080"/>
                  </a:moveTo>
                  <a:lnTo>
                    <a:pt x="2513685" y="640080"/>
                  </a:lnTo>
                  <a:lnTo>
                    <a:pt x="2553310" y="631190"/>
                  </a:lnTo>
                  <a:lnTo>
                    <a:pt x="2611221" y="631190"/>
                  </a:lnTo>
                  <a:lnTo>
                    <a:pt x="2650845" y="621030"/>
                  </a:lnTo>
                  <a:lnTo>
                    <a:pt x="2727045" y="621030"/>
                  </a:lnTo>
                  <a:lnTo>
                    <a:pt x="2746857" y="612140"/>
                  </a:lnTo>
                  <a:lnTo>
                    <a:pt x="2783433" y="612140"/>
                  </a:lnTo>
                  <a:lnTo>
                    <a:pt x="2823057" y="601980"/>
                  </a:lnTo>
                  <a:lnTo>
                    <a:pt x="2821533" y="601980"/>
                  </a:lnTo>
                  <a:lnTo>
                    <a:pt x="2861157" y="593090"/>
                  </a:lnTo>
                  <a:lnTo>
                    <a:pt x="2897733" y="593090"/>
                  </a:lnTo>
                  <a:lnTo>
                    <a:pt x="2917545" y="582930"/>
                  </a:lnTo>
                  <a:lnTo>
                    <a:pt x="2937357" y="582930"/>
                  </a:lnTo>
                  <a:lnTo>
                    <a:pt x="2937357" y="640080"/>
                  </a:lnTo>
                  <a:close/>
                </a:path>
                <a:path w="2937509" h="944880">
                  <a:moveTo>
                    <a:pt x="2911449" y="897890"/>
                  </a:moveTo>
                  <a:lnTo>
                    <a:pt x="1762353" y="897890"/>
                  </a:lnTo>
                  <a:lnTo>
                    <a:pt x="1741017" y="887730"/>
                  </a:lnTo>
                  <a:lnTo>
                    <a:pt x="2931261" y="887730"/>
                  </a:lnTo>
                  <a:lnTo>
                    <a:pt x="2911449" y="897890"/>
                  </a:lnTo>
                  <a:close/>
                </a:path>
                <a:path w="2937509" h="944880">
                  <a:moveTo>
                    <a:pt x="2786481" y="916940"/>
                  </a:moveTo>
                  <a:lnTo>
                    <a:pt x="1929993" y="916940"/>
                  </a:lnTo>
                  <a:lnTo>
                    <a:pt x="1865985" y="906780"/>
                  </a:lnTo>
                  <a:lnTo>
                    <a:pt x="1846173" y="906780"/>
                  </a:lnTo>
                  <a:lnTo>
                    <a:pt x="1803501" y="897890"/>
                  </a:lnTo>
                  <a:lnTo>
                    <a:pt x="2870301" y="897890"/>
                  </a:lnTo>
                  <a:lnTo>
                    <a:pt x="2806293" y="906780"/>
                  </a:lnTo>
                  <a:lnTo>
                    <a:pt x="2786481" y="916940"/>
                  </a:lnTo>
                  <a:close/>
                </a:path>
                <a:path w="2937509" h="944880">
                  <a:moveTo>
                    <a:pt x="2701137" y="925830"/>
                  </a:moveTo>
                  <a:lnTo>
                    <a:pt x="1972665" y="925830"/>
                  </a:lnTo>
                  <a:lnTo>
                    <a:pt x="1951329" y="916940"/>
                  </a:lnTo>
                  <a:lnTo>
                    <a:pt x="2722474" y="916940"/>
                  </a:lnTo>
                  <a:lnTo>
                    <a:pt x="2701137" y="925830"/>
                  </a:lnTo>
                  <a:close/>
                </a:path>
                <a:path w="2937509" h="944880">
                  <a:moveTo>
                    <a:pt x="2531974" y="935990"/>
                  </a:moveTo>
                  <a:lnTo>
                    <a:pt x="2163165" y="935990"/>
                  </a:lnTo>
                  <a:lnTo>
                    <a:pt x="2013813" y="925830"/>
                  </a:lnTo>
                  <a:lnTo>
                    <a:pt x="2659989" y="925830"/>
                  </a:lnTo>
                  <a:lnTo>
                    <a:pt x="2531974" y="935990"/>
                  </a:lnTo>
                  <a:close/>
                </a:path>
                <a:path w="2937509" h="944880">
                  <a:moveTo>
                    <a:pt x="2445106" y="944880"/>
                  </a:moveTo>
                  <a:lnTo>
                    <a:pt x="2228697" y="944880"/>
                  </a:lnTo>
                  <a:lnTo>
                    <a:pt x="2207361" y="935990"/>
                  </a:lnTo>
                  <a:lnTo>
                    <a:pt x="2466442" y="935990"/>
                  </a:lnTo>
                  <a:lnTo>
                    <a:pt x="2445106" y="944880"/>
                  </a:lnTo>
                  <a:close/>
                </a:path>
              </a:pathLst>
            </a:custGeom>
            <a:solidFill>
              <a:srgbClr val="FD621F">
                <a:alpha val="117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0239" y="1310640"/>
              <a:ext cx="548639" cy="140207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64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PROPOSED</a:t>
            </a:r>
            <a:r>
              <a:rPr dirty="0" spc="-40"/>
              <a:t> </a:t>
            </a:r>
            <a:r>
              <a:rPr dirty="0" spc="-10"/>
              <a:t>SYSTEM</a:t>
            </a:r>
            <a:r>
              <a:rPr dirty="0" spc="-165"/>
              <a:t> </a:t>
            </a:r>
            <a:r>
              <a:rPr dirty="0" spc="-10"/>
              <a:t>ARCHITECTURE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976418" y="1957952"/>
            <a:ext cx="4511040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follows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3-tier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architecture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consisting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of: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905510">
              <a:lnSpc>
                <a:spcPct val="100000"/>
              </a:lnSpc>
              <a:spcBef>
                <a:spcPts val="105"/>
              </a:spcBef>
            </a:pPr>
            <a:r>
              <a:rPr dirty="0" b="0">
                <a:solidFill>
                  <a:srgbClr val="4F80BC"/>
                </a:solidFill>
                <a:latin typeface="Times New Roman"/>
                <a:cs typeface="Times New Roman"/>
              </a:rPr>
              <a:t>Presentation</a:t>
            </a:r>
            <a:r>
              <a:rPr dirty="0" spc="-30" b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dirty="0" b="0">
                <a:solidFill>
                  <a:srgbClr val="4F80BC"/>
                </a:solidFill>
                <a:latin typeface="Times New Roman"/>
                <a:cs typeface="Times New Roman"/>
              </a:rPr>
              <a:t>Layer</a:t>
            </a:r>
            <a:r>
              <a:rPr dirty="0" spc="-40" b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dirty="0" b="0">
                <a:solidFill>
                  <a:srgbClr val="4F80BC"/>
                </a:solidFill>
                <a:latin typeface="Times New Roman"/>
                <a:cs typeface="Times New Roman"/>
              </a:rPr>
              <a:t>(Client</a:t>
            </a:r>
            <a:r>
              <a:rPr dirty="0" spc="-50" b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dirty="0" spc="-10" b="0">
                <a:solidFill>
                  <a:srgbClr val="4F80BC"/>
                </a:solidFill>
                <a:latin typeface="Times New Roman"/>
                <a:cs typeface="Times New Roman"/>
              </a:rPr>
              <a:t>Side)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94477" y="1645573"/>
            <a:ext cx="4425315" cy="177101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312420" algn="l"/>
              </a:tabLst>
            </a:pPr>
            <a:r>
              <a:rPr dirty="0" sz="1600">
                <a:latin typeface="Times New Roman"/>
                <a:cs typeface="Times New Roman"/>
              </a:rPr>
              <a:t>Built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HTML5,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CSS3,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JavaScript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(ES6)</a:t>
            </a:r>
            <a:endParaRPr sz="1600">
              <a:latin typeface="Times New Roman"/>
              <a:cs typeface="Times New Roman"/>
            </a:endParaRPr>
          </a:p>
          <a:p>
            <a:pPr marL="312420" indent="-29972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312420" algn="l"/>
              </a:tabLst>
            </a:pPr>
            <a:r>
              <a:rPr dirty="0" sz="1600">
                <a:latin typeface="Times New Roman"/>
                <a:cs typeface="Times New Roman"/>
              </a:rPr>
              <a:t>Provides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interfaces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such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as:</a:t>
            </a:r>
            <a:endParaRPr sz="1600">
              <a:latin typeface="Times New Roman"/>
              <a:cs typeface="Times New Roman"/>
            </a:endParaRPr>
          </a:p>
          <a:p>
            <a:pPr lvl="1"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Registration</a:t>
            </a:r>
            <a:r>
              <a:rPr dirty="0" sz="1600" spc="9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page</a:t>
            </a:r>
            <a:endParaRPr sz="1600">
              <a:latin typeface="Times New Roman"/>
              <a:cs typeface="Times New Roman"/>
            </a:endParaRPr>
          </a:p>
          <a:p>
            <a:pPr lvl="1" marL="278765" indent="-26606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Login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page</a:t>
            </a:r>
            <a:endParaRPr sz="1600">
              <a:latin typeface="Times New Roman"/>
              <a:cs typeface="Times New Roman"/>
            </a:endParaRPr>
          </a:p>
          <a:p>
            <a:pPr lvl="1" marL="278765" indent="-26606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dashboard</a:t>
            </a:r>
            <a:endParaRPr sz="1600">
              <a:latin typeface="Times New Roman"/>
              <a:cs typeface="Times New Roman"/>
            </a:endParaRPr>
          </a:p>
          <a:p>
            <a:pPr marL="271145" indent="-258445">
              <a:lnSpc>
                <a:spcPct val="100000"/>
              </a:lnSpc>
              <a:spcBef>
                <a:spcPts val="50"/>
              </a:spcBef>
              <a:buAutoNum type="arabicPeriod" startAt="3"/>
              <a:tabLst>
                <a:tab pos="271145" algn="l"/>
              </a:tabLst>
            </a:pPr>
            <a:r>
              <a:rPr dirty="0" sz="1600">
                <a:latin typeface="Times New Roman"/>
                <a:cs typeface="Times New Roman"/>
              </a:rPr>
              <a:t>Sends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requests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server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AJAX</a:t>
            </a:r>
            <a:endParaRPr sz="1600">
              <a:latin typeface="Times New Roman"/>
              <a:cs typeface="Times New Roman"/>
            </a:endParaRPr>
          </a:p>
          <a:p>
            <a:pPr marL="271145" indent="-258445">
              <a:lnSpc>
                <a:spcPct val="100000"/>
              </a:lnSpc>
              <a:spcBef>
                <a:spcPts val="50"/>
              </a:spcBef>
              <a:buAutoNum type="arabicPeriod" startAt="3"/>
              <a:tabLst>
                <a:tab pos="271145" algn="l"/>
              </a:tabLst>
            </a:pPr>
            <a:r>
              <a:rPr dirty="0" sz="1600">
                <a:latin typeface="Times New Roman"/>
                <a:cs typeface="Times New Roman"/>
              </a:rPr>
              <a:t>Displays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real-time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updates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without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page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reload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1572" y="3692652"/>
            <a:ext cx="4530851" cy="26791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571" rIns="0" bIns="0" rtlCol="0" vert="horz">
            <a:spAutoFit/>
          </a:bodyPr>
          <a:lstStyle/>
          <a:p>
            <a:pPr marL="384175">
              <a:lnSpc>
                <a:spcPct val="100000"/>
              </a:lnSpc>
              <a:spcBef>
                <a:spcPts val="105"/>
              </a:spcBef>
            </a:pPr>
            <a:r>
              <a:rPr dirty="0" b="0">
                <a:solidFill>
                  <a:srgbClr val="4F80BC"/>
                </a:solidFill>
                <a:latin typeface="Times New Roman"/>
                <a:cs typeface="Times New Roman"/>
              </a:rPr>
              <a:t>Application</a:t>
            </a:r>
            <a:r>
              <a:rPr dirty="0" spc="-45" b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dirty="0" b="0">
                <a:solidFill>
                  <a:srgbClr val="4F80BC"/>
                </a:solidFill>
                <a:latin typeface="Times New Roman"/>
                <a:cs typeface="Times New Roman"/>
              </a:rPr>
              <a:t>Layer</a:t>
            </a:r>
            <a:r>
              <a:rPr dirty="0" spc="-50" b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dirty="0" b="0">
                <a:solidFill>
                  <a:srgbClr val="4F80BC"/>
                </a:solidFill>
                <a:latin typeface="Times New Roman"/>
                <a:cs typeface="Times New Roman"/>
              </a:rPr>
              <a:t>(Server</a:t>
            </a:r>
            <a:r>
              <a:rPr dirty="0" spc="-50" b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dirty="0" spc="-10" b="0">
                <a:solidFill>
                  <a:srgbClr val="4F80BC"/>
                </a:solidFill>
                <a:latin typeface="Times New Roman"/>
                <a:cs typeface="Times New Roman"/>
              </a:rPr>
              <a:t>Side)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23776" y="1534333"/>
            <a:ext cx="4300220" cy="30175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312420" algn="l"/>
              </a:tabLst>
            </a:pPr>
            <a:r>
              <a:rPr dirty="0" sz="1600">
                <a:latin typeface="Times New Roman"/>
                <a:cs typeface="Times New Roman"/>
              </a:rPr>
              <a:t>Developed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PHP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handle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business</a:t>
            </a:r>
            <a:r>
              <a:rPr dirty="0" sz="1600" spc="8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logic.</a:t>
            </a:r>
            <a:endParaRPr sz="1600">
              <a:latin typeface="Times New Roman"/>
              <a:cs typeface="Times New Roman"/>
            </a:endParaRPr>
          </a:p>
          <a:p>
            <a:pPr marL="312420" indent="-29972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312420" algn="l"/>
              </a:tabLst>
            </a:pPr>
            <a:r>
              <a:rPr dirty="0" sz="1600">
                <a:latin typeface="Times New Roman"/>
                <a:cs typeface="Times New Roman"/>
              </a:rPr>
              <a:t>Responsible</a:t>
            </a:r>
            <a:r>
              <a:rPr dirty="0" sz="1600" spc="10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for:</a:t>
            </a:r>
            <a:endParaRPr sz="1600">
              <a:latin typeface="Times New Roman"/>
              <a:cs typeface="Times New Roman"/>
            </a:endParaRPr>
          </a:p>
          <a:p>
            <a:pPr lvl="1"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Processing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8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requests</a:t>
            </a:r>
            <a:endParaRPr sz="1600">
              <a:latin typeface="Times New Roman"/>
              <a:cs typeface="Times New Roman"/>
            </a:endParaRPr>
          </a:p>
          <a:p>
            <a:pPr lvl="1" marL="278765" indent="-26606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Managing</a:t>
            </a:r>
            <a:r>
              <a:rPr dirty="0" sz="1600" spc="8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sessions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(login/logout)</a:t>
            </a:r>
            <a:endParaRPr sz="1600">
              <a:latin typeface="Times New Roman"/>
              <a:cs typeface="Times New Roman"/>
            </a:endParaRPr>
          </a:p>
          <a:p>
            <a:pPr lvl="1" marL="278765" indent="-26606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Validating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input</a:t>
            </a:r>
            <a:r>
              <a:rPr dirty="0" sz="1600" spc="-20">
                <a:latin typeface="Times New Roman"/>
                <a:cs typeface="Times New Roman"/>
              </a:rPr>
              <a:t> data</a:t>
            </a:r>
            <a:endParaRPr sz="1600">
              <a:latin typeface="Times New Roman"/>
              <a:cs typeface="Times New Roman"/>
            </a:endParaRPr>
          </a:p>
          <a:p>
            <a:pPr lvl="1"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Handling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creation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retrieval</a:t>
            </a:r>
            <a:endParaRPr sz="1600">
              <a:latin typeface="Times New Roman"/>
              <a:cs typeface="Times New Roman"/>
            </a:endParaRPr>
          </a:p>
          <a:p>
            <a:pPr lvl="1"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Acts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bridge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between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frontend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database.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600">
                <a:latin typeface="Times New Roman"/>
                <a:cs typeface="Times New Roman"/>
              </a:rPr>
              <a:t>3.</a:t>
            </a:r>
            <a:r>
              <a:rPr dirty="0" sz="1600" spc="4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API-like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endpoints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such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as: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 spc="-10">
                <a:latin typeface="Times New Roman"/>
                <a:cs typeface="Times New Roman"/>
              </a:rPr>
              <a:t>addEvent.php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 spc="-10">
                <a:latin typeface="Times New Roman"/>
                <a:cs typeface="Times New Roman"/>
              </a:rPr>
              <a:t>fetchEvents.php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 spc="-10">
                <a:latin typeface="Times New Roman"/>
                <a:cs typeface="Times New Roman"/>
              </a:rPr>
              <a:t>login.php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 spc="-10">
                <a:latin typeface="Times New Roman"/>
                <a:cs typeface="Times New Roman"/>
              </a:rPr>
              <a:t>register.php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0120" y="3398520"/>
            <a:ext cx="4849367" cy="32324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571" rIns="0" bIns="0" rtlCol="0" vert="horz">
            <a:spAutoFit/>
          </a:bodyPr>
          <a:lstStyle/>
          <a:p>
            <a:pPr marL="1275080">
              <a:lnSpc>
                <a:spcPct val="100000"/>
              </a:lnSpc>
              <a:spcBef>
                <a:spcPts val="105"/>
              </a:spcBef>
            </a:pPr>
            <a:r>
              <a:rPr dirty="0" b="0">
                <a:solidFill>
                  <a:srgbClr val="4F80BC"/>
                </a:solidFill>
                <a:latin typeface="Times New Roman"/>
                <a:cs typeface="Times New Roman"/>
              </a:rPr>
              <a:t>Data</a:t>
            </a:r>
            <a:r>
              <a:rPr dirty="0" spc="-30" b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dirty="0" b="0">
                <a:solidFill>
                  <a:srgbClr val="4F80BC"/>
                </a:solidFill>
                <a:latin typeface="Times New Roman"/>
                <a:cs typeface="Times New Roman"/>
              </a:rPr>
              <a:t>Layer</a:t>
            </a:r>
            <a:r>
              <a:rPr dirty="0" spc="-30" b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dirty="0" spc="-10" b="0">
                <a:solidFill>
                  <a:srgbClr val="4F80BC"/>
                </a:solidFill>
                <a:latin typeface="Times New Roman"/>
                <a:cs typeface="Times New Roman"/>
              </a:rPr>
              <a:t>(Database)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3173" y="1467287"/>
            <a:ext cx="4298315" cy="12706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312420" algn="l"/>
              </a:tabLst>
            </a:pPr>
            <a:r>
              <a:rPr dirty="0" sz="1600">
                <a:latin typeface="Times New Roman"/>
                <a:cs typeface="Times New Roman"/>
              </a:rPr>
              <a:t>Implemented</a:t>
            </a:r>
            <a:r>
              <a:rPr dirty="0" sz="1600" spc="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MySQL.</a:t>
            </a:r>
            <a:endParaRPr sz="1600">
              <a:latin typeface="Times New Roman"/>
              <a:cs typeface="Times New Roman"/>
            </a:endParaRPr>
          </a:p>
          <a:p>
            <a:pPr marL="312420" indent="-29972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312420" algn="l"/>
              </a:tabLst>
            </a:pPr>
            <a:r>
              <a:rPr dirty="0" sz="1600" spc="-10">
                <a:latin typeface="Times New Roman"/>
                <a:cs typeface="Times New Roman"/>
              </a:rPr>
              <a:t>Stores:</a:t>
            </a:r>
            <a:endParaRPr sz="1600">
              <a:latin typeface="Times New Roman"/>
              <a:cs typeface="Times New Roman"/>
            </a:endParaRPr>
          </a:p>
          <a:p>
            <a:pPr lvl="1" marL="280670" indent="-267970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80670" algn="l"/>
              </a:tabLst>
            </a:pP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details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(username,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password)</a:t>
            </a:r>
            <a:endParaRPr sz="1600">
              <a:latin typeface="Times New Roman"/>
              <a:cs typeface="Times New Roman"/>
            </a:endParaRPr>
          </a:p>
          <a:p>
            <a:pPr lvl="1" marL="280670" indent="-267970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80670" algn="l"/>
              </a:tabLst>
            </a:pP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details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(type,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data,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timestamp)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600">
                <a:latin typeface="Times New Roman"/>
                <a:cs typeface="Times New Roman"/>
              </a:rPr>
              <a:t>3.</a:t>
            </a:r>
            <a:r>
              <a:rPr dirty="0" sz="1600" spc="4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Ensures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consistency,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integrity,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security.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3023616"/>
            <a:ext cx="5298947" cy="35326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31291" y="3884676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567" y="575332"/>
                </a:lnTo>
                <a:lnTo>
                  <a:pt x="197998" y="564367"/>
                </a:lnTo>
                <a:lnTo>
                  <a:pt x="156446" y="546818"/>
                </a:lnTo>
                <a:lnTo>
                  <a:pt x="118506" y="523280"/>
                </a:lnTo>
                <a:lnTo>
                  <a:pt x="84772" y="494347"/>
                </a:lnTo>
                <a:lnTo>
                  <a:pt x="55839" y="460613"/>
                </a:lnTo>
                <a:lnTo>
                  <a:pt x="32301" y="422673"/>
                </a:lnTo>
                <a:lnTo>
                  <a:pt x="14752" y="381121"/>
                </a:lnTo>
                <a:lnTo>
                  <a:pt x="3787" y="336552"/>
                </a:lnTo>
                <a:lnTo>
                  <a:pt x="0" y="289559"/>
                </a:lnTo>
                <a:lnTo>
                  <a:pt x="3787" y="242567"/>
                </a:lnTo>
                <a:lnTo>
                  <a:pt x="14752" y="197998"/>
                </a:lnTo>
                <a:lnTo>
                  <a:pt x="32301" y="156446"/>
                </a:lnTo>
                <a:lnTo>
                  <a:pt x="55839" y="118506"/>
                </a:lnTo>
                <a:lnTo>
                  <a:pt x="84772" y="84772"/>
                </a:lnTo>
                <a:lnTo>
                  <a:pt x="118506" y="55839"/>
                </a:lnTo>
                <a:lnTo>
                  <a:pt x="156446" y="32301"/>
                </a:lnTo>
                <a:lnTo>
                  <a:pt x="197998" y="14752"/>
                </a:lnTo>
                <a:lnTo>
                  <a:pt x="242567" y="3787"/>
                </a:lnTo>
                <a:lnTo>
                  <a:pt x="289559" y="0"/>
                </a:lnTo>
                <a:lnTo>
                  <a:pt x="336552" y="3787"/>
                </a:lnTo>
                <a:lnTo>
                  <a:pt x="381121" y="14752"/>
                </a:lnTo>
                <a:lnTo>
                  <a:pt x="422673" y="32301"/>
                </a:lnTo>
                <a:lnTo>
                  <a:pt x="460613" y="55839"/>
                </a:lnTo>
                <a:lnTo>
                  <a:pt x="494347" y="84772"/>
                </a:lnTo>
                <a:lnTo>
                  <a:pt x="523280" y="118506"/>
                </a:lnTo>
                <a:lnTo>
                  <a:pt x="546818" y="156446"/>
                </a:lnTo>
                <a:lnTo>
                  <a:pt x="564367" y="197998"/>
                </a:lnTo>
                <a:lnTo>
                  <a:pt x="575332" y="242567"/>
                </a:lnTo>
                <a:lnTo>
                  <a:pt x="579119" y="289559"/>
                </a:lnTo>
                <a:lnTo>
                  <a:pt x="575332" y="336552"/>
                </a:lnTo>
                <a:lnTo>
                  <a:pt x="564367" y="381121"/>
                </a:lnTo>
                <a:lnTo>
                  <a:pt x="546818" y="422673"/>
                </a:lnTo>
                <a:lnTo>
                  <a:pt x="523280" y="460613"/>
                </a:lnTo>
                <a:lnTo>
                  <a:pt x="494347" y="494347"/>
                </a:lnTo>
                <a:lnTo>
                  <a:pt x="460613" y="523280"/>
                </a:lnTo>
                <a:lnTo>
                  <a:pt x="422673" y="546818"/>
                </a:lnTo>
                <a:lnTo>
                  <a:pt x="381121" y="564367"/>
                </a:lnTo>
                <a:lnTo>
                  <a:pt x="336552" y="575332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42705" y="4024339"/>
            <a:ext cx="155575" cy="2673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12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7150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71500" y="1933955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9080"/>
                </a:lnTo>
                <a:lnTo>
                  <a:pt x="28870" y="253008"/>
                </a:lnTo>
                <a:lnTo>
                  <a:pt x="61228" y="287645"/>
                </a:lnTo>
                <a:lnTo>
                  <a:pt x="102217" y="310359"/>
                </a:lnTo>
                <a:lnTo>
                  <a:pt x="149351" y="318515"/>
                </a:lnTo>
                <a:lnTo>
                  <a:pt x="196327" y="310359"/>
                </a:lnTo>
                <a:lnTo>
                  <a:pt x="236939" y="287645"/>
                </a:lnTo>
                <a:lnTo>
                  <a:pt x="268845" y="253008"/>
                </a:lnTo>
                <a:lnTo>
                  <a:pt x="289706" y="209080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71500" y="31043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336"/>
                </a:lnTo>
                <a:lnTo>
                  <a:pt x="28870" y="251813"/>
                </a:lnTo>
                <a:lnTo>
                  <a:pt x="61228" y="286219"/>
                </a:lnTo>
                <a:lnTo>
                  <a:pt x="102217" y="308847"/>
                </a:lnTo>
                <a:lnTo>
                  <a:pt x="149351" y="316991"/>
                </a:lnTo>
                <a:lnTo>
                  <a:pt x="196327" y="308847"/>
                </a:lnTo>
                <a:lnTo>
                  <a:pt x="236939" y="286219"/>
                </a:lnTo>
                <a:lnTo>
                  <a:pt x="268845" y="251813"/>
                </a:lnTo>
                <a:lnTo>
                  <a:pt x="289706" y="208336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71500" y="232257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71500" y="453085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9080"/>
                </a:lnTo>
                <a:lnTo>
                  <a:pt x="28870" y="253008"/>
                </a:lnTo>
                <a:lnTo>
                  <a:pt x="61228" y="287645"/>
                </a:lnTo>
                <a:lnTo>
                  <a:pt x="102217" y="310359"/>
                </a:lnTo>
                <a:lnTo>
                  <a:pt x="149351" y="318515"/>
                </a:lnTo>
                <a:lnTo>
                  <a:pt x="196327" y="310359"/>
                </a:lnTo>
                <a:lnTo>
                  <a:pt x="236939" y="287645"/>
                </a:lnTo>
                <a:lnTo>
                  <a:pt x="268845" y="253008"/>
                </a:lnTo>
                <a:lnTo>
                  <a:pt x="289706" y="209080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71500" y="34945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336"/>
                </a:lnTo>
                <a:lnTo>
                  <a:pt x="28870" y="251813"/>
                </a:lnTo>
                <a:lnTo>
                  <a:pt x="61228" y="286219"/>
                </a:lnTo>
                <a:lnTo>
                  <a:pt x="102217" y="308847"/>
                </a:lnTo>
                <a:lnTo>
                  <a:pt x="149351" y="316991"/>
                </a:lnTo>
                <a:lnTo>
                  <a:pt x="196327" y="308847"/>
                </a:lnTo>
                <a:lnTo>
                  <a:pt x="236939" y="286219"/>
                </a:lnTo>
                <a:lnTo>
                  <a:pt x="268845" y="251813"/>
                </a:lnTo>
                <a:lnTo>
                  <a:pt x="289706" y="208336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65436" y="2000445"/>
            <a:ext cx="110489" cy="17379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dirty="0" sz="1000" spc="1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000" spc="65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dirty="0" sz="1000" spc="5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71500" y="492099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7150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666954" y="4597308"/>
            <a:ext cx="107314" cy="959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000" spc="2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10640"/>
            <a:ext cx="548639" cy="140207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6482" rIns="0" bIns="0" rtlCol="0" vert="horz">
            <a:spAutoFit/>
          </a:bodyPr>
          <a:lstStyle/>
          <a:p>
            <a:pPr marL="209867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WORKFLOW</a:t>
            </a:r>
          </a:p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6544" y="1773936"/>
            <a:ext cx="7284719" cy="48569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31291" y="4268723"/>
            <a:ext cx="579120" cy="581025"/>
          </a:xfrm>
          <a:custGeom>
            <a:avLst/>
            <a:gdLst/>
            <a:ahLst/>
            <a:cxnLst/>
            <a:rect l="l" t="t" r="r" b="b"/>
            <a:pathLst>
              <a:path w="579119" h="581025">
                <a:moveTo>
                  <a:pt x="289559" y="580643"/>
                </a:moveTo>
                <a:lnTo>
                  <a:pt x="242567" y="576855"/>
                </a:lnTo>
                <a:lnTo>
                  <a:pt x="197998" y="565879"/>
                </a:lnTo>
                <a:lnTo>
                  <a:pt x="156446" y="548301"/>
                </a:lnTo>
                <a:lnTo>
                  <a:pt x="118506" y="524707"/>
                </a:lnTo>
                <a:lnTo>
                  <a:pt x="84772" y="495680"/>
                </a:lnTo>
                <a:lnTo>
                  <a:pt x="55839" y="461808"/>
                </a:lnTo>
                <a:lnTo>
                  <a:pt x="32301" y="423675"/>
                </a:lnTo>
                <a:lnTo>
                  <a:pt x="14752" y="381865"/>
                </a:lnTo>
                <a:lnTo>
                  <a:pt x="3787" y="336965"/>
                </a:lnTo>
                <a:lnTo>
                  <a:pt x="0" y="289559"/>
                </a:lnTo>
                <a:lnTo>
                  <a:pt x="3787" y="242567"/>
                </a:lnTo>
                <a:lnTo>
                  <a:pt x="14752" y="197998"/>
                </a:lnTo>
                <a:lnTo>
                  <a:pt x="32301" y="156446"/>
                </a:lnTo>
                <a:lnTo>
                  <a:pt x="55839" y="118506"/>
                </a:lnTo>
                <a:lnTo>
                  <a:pt x="84772" y="84772"/>
                </a:lnTo>
                <a:lnTo>
                  <a:pt x="118506" y="55839"/>
                </a:lnTo>
                <a:lnTo>
                  <a:pt x="156446" y="32301"/>
                </a:lnTo>
                <a:lnTo>
                  <a:pt x="197998" y="14752"/>
                </a:lnTo>
                <a:lnTo>
                  <a:pt x="242567" y="3787"/>
                </a:lnTo>
                <a:lnTo>
                  <a:pt x="289559" y="0"/>
                </a:lnTo>
                <a:lnTo>
                  <a:pt x="336552" y="3787"/>
                </a:lnTo>
                <a:lnTo>
                  <a:pt x="381121" y="14752"/>
                </a:lnTo>
                <a:lnTo>
                  <a:pt x="422673" y="32301"/>
                </a:lnTo>
                <a:lnTo>
                  <a:pt x="460613" y="55839"/>
                </a:lnTo>
                <a:lnTo>
                  <a:pt x="494347" y="84772"/>
                </a:lnTo>
                <a:lnTo>
                  <a:pt x="523280" y="118506"/>
                </a:lnTo>
                <a:lnTo>
                  <a:pt x="546818" y="156446"/>
                </a:lnTo>
                <a:lnTo>
                  <a:pt x="564367" y="197998"/>
                </a:lnTo>
                <a:lnTo>
                  <a:pt x="575332" y="242567"/>
                </a:lnTo>
                <a:lnTo>
                  <a:pt x="579119" y="289559"/>
                </a:lnTo>
                <a:lnTo>
                  <a:pt x="575332" y="336965"/>
                </a:lnTo>
                <a:lnTo>
                  <a:pt x="564367" y="381865"/>
                </a:lnTo>
                <a:lnTo>
                  <a:pt x="546818" y="423675"/>
                </a:lnTo>
                <a:lnTo>
                  <a:pt x="523280" y="461808"/>
                </a:lnTo>
                <a:lnTo>
                  <a:pt x="494347" y="495680"/>
                </a:lnTo>
                <a:lnTo>
                  <a:pt x="460613" y="524707"/>
                </a:lnTo>
                <a:lnTo>
                  <a:pt x="422673" y="548301"/>
                </a:lnTo>
                <a:lnTo>
                  <a:pt x="381121" y="565879"/>
                </a:lnTo>
                <a:lnTo>
                  <a:pt x="336552" y="576855"/>
                </a:lnTo>
                <a:lnTo>
                  <a:pt x="289559" y="580643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7150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68473" y="2780719"/>
            <a:ext cx="1035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571500" y="1933955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9080"/>
                </a:lnTo>
                <a:lnTo>
                  <a:pt x="28870" y="253008"/>
                </a:lnTo>
                <a:lnTo>
                  <a:pt x="61228" y="287645"/>
                </a:lnTo>
                <a:lnTo>
                  <a:pt x="102217" y="310359"/>
                </a:lnTo>
                <a:lnTo>
                  <a:pt x="149351" y="318515"/>
                </a:lnTo>
                <a:lnTo>
                  <a:pt x="196327" y="310359"/>
                </a:lnTo>
                <a:lnTo>
                  <a:pt x="236939" y="287645"/>
                </a:lnTo>
                <a:lnTo>
                  <a:pt x="268845" y="253008"/>
                </a:lnTo>
                <a:lnTo>
                  <a:pt x="289706" y="209080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85306" y="2000445"/>
            <a:ext cx="711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4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71500" y="31043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336"/>
                </a:lnTo>
                <a:lnTo>
                  <a:pt x="28870" y="251813"/>
                </a:lnTo>
                <a:lnTo>
                  <a:pt x="61228" y="286219"/>
                </a:lnTo>
                <a:lnTo>
                  <a:pt x="102217" y="308847"/>
                </a:lnTo>
                <a:lnTo>
                  <a:pt x="149351" y="316991"/>
                </a:lnTo>
                <a:lnTo>
                  <a:pt x="196327" y="308847"/>
                </a:lnTo>
                <a:lnTo>
                  <a:pt x="236939" y="286219"/>
                </a:lnTo>
                <a:lnTo>
                  <a:pt x="268845" y="251813"/>
                </a:lnTo>
                <a:lnTo>
                  <a:pt x="289706" y="208336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65436" y="3170920"/>
            <a:ext cx="11048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65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571500" y="232257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69992" y="2390645"/>
            <a:ext cx="1016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71500" y="3884676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6327" y="308994"/>
                </a:lnTo>
                <a:lnTo>
                  <a:pt x="236939" y="286658"/>
                </a:lnTo>
                <a:lnTo>
                  <a:pt x="268845" y="252471"/>
                </a:lnTo>
                <a:lnTo>
                  <a:pt x="289706" y="208922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666954" y="3951194"/>
            <a:ext cx="10731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571500" y="34945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336"/>
                </a:lnTo>
                <a:lnTo>
                  <a:pt x="28870" y="251813"/>
                </a:lnTo>
                <a:lnTo>
                  <a:pt x="61228" y="286219"/>
                </a:lnTo>
                <a:lnTo>
                  <a:pt x="102217" y="308847"/>
                </a:lnTo>
                <a:lnTo>
                  <a:pt x="149351" y="316991"/>
                </a:lnTo>
                <a:lnTo>
                  <a:pt x="196327" y="308847"/>
                </a:lnTo>
                <a:lnTo>
                  <a:pt x="236939" y="286219"/>
                </a:lnTo>
                <a:lnTo>
                  <a:pt x="268845" y="251813"/>
                </a:lnTo>
                <a:lnTo>
                  <a:pt x="289706" y="208336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68473" y="3560993"/>
            <a:ext cx="1028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571500" y="492099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66954" y="4989028"/>
            <a:ext cx="1054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2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57150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666954" y="5379101"/>
            <a:ext cx="10731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10640"/>
            <a:ext cx="548639" cy="140207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3201" rIns="0" bIns="0" rtlCol="0" vert="horz">
            <a:spAutoFit/>
          </a:bodyPr>
          <a:lstStyle/>
          <a:p>
            <a:pPr marL="1229995">
              <a:lnSpc>
                <a:spcPct val="100000"/>
              </a:lnSpc>
              <a:spcBef>
                <a:spcPts val="105"/>
              </a:spcBef>
            </a:pPr>
            <a:r>
              <a:rPr dirty="0"/>
              <a:t>TECHNOLOGIES</a:t>
            </a:r>
            <a:r>
              <a:rPr dirty="0" spc="-70"/>
              <a:t> </a:t>
            </a:r>
            <a:r>
              <a:rPr dirty="0" spc="-20"/>
              <a:t>USED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1154676" y="1619350"/>
            <a:ext cx="2891155" cy="10610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b="1">
                <a:latin typeface="Times New Roman"/>
                <a:cs typeface="Times New Roman"/>
              </a:rPr>
              <a:t>Frontend</a:t>
            </a:r>
            <a:r>
              <a:rPr dirty="0" sz="1850" spc="-50" b="1">
                <a:latin typeface="Times New Roman"/>
                <a:cs typeface="Times New Roman"/>
              </a:rPr>
              <a:t> </a:t>
            </a:r>
            <a:r>
              <a:rPr dirty="0" sz="1850" spc="-10" b="1">
                <a:latin typeface="Times New Roman"/>
                <a:cs typeface="Times New Roman"/>
              </a:rPr>
              <a:t>Technologies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600" b="1">
                <a:latin typeface="Times New Roman"/>
                <a:cs typeface="Times New Roman"/>
              </a:rPr>
              <a:t>1.</a:t>
            </a:r>
            <a:r>
              <a:rPr dirty="0" sz="1600" spc="425" b="1">
                <a:latin typeface="Times New Roman"/>
                <a:cs typeface="Times New Roman"/>
              </a:rPr>
              <a:t> </a:t>
            </a:r>
            <a:r>
              <a:rPr dirty="0" sz="1600" spc="-20" b="1">
                <a:latin typeface="Times New Roman"/>
                <a:cs typeface="Times New Roman"/>
              </a:rPr>
              <a:t>HTML5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Used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structuring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pages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600" b="1">
                <a:latin typeface="Times New Roman"/>
                <a:cs typeface="Times New Roman"/>
              </a:rPr>
              <a:t>2.</a:t>
            </a:r>
            <a:r>
              <a:rPr dirty="0" sz="1600" spc="425" b="1">
                <a:latin typeface="Times New Roman"/>
                <a:cs typeface="Times New Roman"/>
              </a:rPr>
              <a:t> </a:t>
            </a:r>
            <a:r>
              <a:rPr dirty="0" sz="1600" spc="-20" b="1">
                <a:latin typeface="Times New Roman"/>
                <a:cs typeface="Times New Roman"/>
              </a:rPr>
              <a:t>CSS3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154704" y="2656029"/>
            <a:ext cx="3519170" cy="7727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Used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styling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responsive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design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600" b="1">
                <a:latin typeface="Times New Roman"/>
                <a:cs typeface="Times New Roman"/>
              </a:rPr>
              <a:t>3.</a:t>
            </a:r>
            <a:r>
              <a:rPr dirty="0" sz="1600" spc="42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JavaScript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Handles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client-side</a:t>
            </a:r>
            <a:r>
              <a:rPr dirty="0" sz="1600" spc="8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interactions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154704" y="3404264"/>
            <a:ext cx="3571875" cy="7727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1145" indent="-258445">
              <a:lnSpc>
                <a:spcPct val="100000"/>
              </a:lnSpc>
              <a:spcBef>
                <a:spcPts val="130"/>
              </a:spcBef>
              <a:buAutoNum type="arabicPeriod" startAt="4"/>
              <a:tabLst>
                <a:tab pos="271145" algn="l"/>
              </a:tabLst>
            </a:pPr>
            <a:r>
              <a:rPr dirty="0" sz="1600" spc="-20" b="1">
                <a:latin typeface="Times New Roman"/>
                <a:cs typeface="Times New Roman"/>
              </a:rPr>
              <a:t>AJAX</a:t>
            </a:r>
            <a:endParaRPr sz="1600">
              <a:latin typeface="Times New Roman"/>
              <a:cs typeface="Times New Roman"/>
            </a:endParaRPr>
          </a:p>
          <a:p>
            <a:pPr lvl="1" marL="278765" marR="5080" indent="-266700">
              <a:lnSpc>
                <a:spcPts val="1970"/>
              </a:lnSpc>
              <a:spcBef>
                <a:spcPts val="6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Enables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real-time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updates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without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page </a:t>
            </a:r>
            <a:r>
              <a:rPr dirty="0" sz="1600" spc="-10">
                <a:latin typeface="Times New Roman"/>
                <a:cs typeface="Times New Roman"/>
              </a:rPr>
              <a:t>reload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47131" y="4152601"/>
            <a:ext cx="3156585" cy="5238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520065">
              <a:lnSpc>
                <a:spcPct val="100000"/>
              </a:lnSpc>
              <a:spcBef>
                <a:spcPts val="130"/>
              </a:spcBef>
            </a:pPr>
            <a:r>
              <a:rPr dirty="0" sz="1600" b="1">
                <a:latin typeface="Times New Roman"/>
                <a:cs typeface="Times New Roman"/>
              </a:rPr>
              <a:t>5.</a:t>
            </a:r>
            <a:r>
              <a:rPr dirty="0" sz="1600" spc="49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Bootstrap</a:t>
            </a:r>
            <a:r>
              <a:rPr dirty="0" sz="1600" spc="4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(Optional)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520065" algn="l"/>
                <a:tab pos="786765" algn="l"/>
              </a:tabLst>
            </a:pPr>
            <a:r>
              <a:rPr dirty="0" sz="1550" spc="4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r>
              <a:rPr dirty="0" sz="1550">
                <a:solidFill>
                  <a:srgbClr val="FFFDFD"/>
                </a:solidFill>
                <a:latin typeface="Tahoma"/>
                <a:cs typeface="Tahoma"/>
              </a:rPr>
              <a:t>	</a:t>
            </a:r>
            <a:r>
              <a:rPr dirty="0" sz="1600" spc="-50">
                <a:latin typeface="Arial MT"/>
                <a:cs typeface="Arial MT"/>
              </a:rPr>
              <a:t>•</a:t>
            </a:r>
            <a:r>
              <a:rPr dirty="0" sz="1600">
                <a:latin typeface="Arial MT"/>
                <a:cs typeface="Arial MT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Improves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UI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responsiveness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475212" y="1578226"/>
            <a:ext cx="2815590" cy="8108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b="1">
                <a:latin typeface="Times New Roman"/>
                <a:cs typeface="Times New Roman"/>
              </a:rPr>
              <a:t>Backend</a:t>
            </a:r>
            <a:r>
              <a:rPr dirty="0" sz="1850" spc="-10" b="1">
                <a:latin typeface="Times New Roman"/>
                <a:cs typeface="Times New Roman"/>
              </a:rPr>
              <a:t> Technologies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600" b="1">
                <a:latin typeface="Times New Roman"/>
                <a:cs typeface="Times New Roman"/>
              </a:rPr>
              <a:t>1.</a:t>
            </a:r>
            <a:r>
              <a:rPr dirty="0" sz="1600" spc="425" b="1">
                <a:latin typeface="Times New Roman"/>
                <a:cs typeface="Times New Roman"/>
              </a:rPr>
              <a:t> </a:t>
            </a:r>
            <a:r>
              <a:rPr dirty="0" sz="1600" spc="-25" b="1">
                <a:latin typeface="Times New Roman"/>
                <a:cs typeface="Times New Roman"/>
              </a:rPr>
              <a:t>PHP</a:t>
            </a:r>
            <a:endParaRPr sz="160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9400" algn="l"/>
              </a:tabLst>
            </a:pPr>
            <a:r>
              <a:rPr dirty="0" sz="1600">
                <a:latin typeface="Times New Roman"/>
                <a:cs typeface="Times New Roman"/>
              </a:rPr>
              <a:t>Server-side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scripting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language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475235" y="2364886"/>
            <a:ext cx="3483610" cy="7727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1145" indent="-258445">
              <a:lnSpc>
                <a:spcPct val="100000"/>
              </a:lnSpc>
              <a:spcBef>
                <a:spcPts val="130"/>
              </a:spcBef>
              <a:buAutoNum type="arabicPeriod" startAt="2"/>
              <a:tabLst>
                <a:tab pos="271145" algn="l"/>
              </a:tabLst>
            </a:pPr>
            <a:r>
              <a:rPr dirty="0" sz="1600" b="1">
                <a:latin typeface="Times New Roman"/>
                <a:cs typeface="Times New Roman"/>
              </a:rPr>
              <a:t>Apache</a:t>
            </a:r>
            <a:r>
              <a:rPr dirty="0" sz="1600" spc="9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Server</a:t>
            </a:r>
            <a:endParaRPr sz="1600">
              <a:latin typeface="Times New Roman"/>
              <a:cs typeface="Times New Roman"/>
            </a:endParaRPr>
          </a:p>
          <a:p>
            <a:pPr lvl="1" marL="279400" indent="-26670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79400" algn="l"/>
              </a:tabLst>
            </a:pPr>
            <a:r>
              <a:rPr dirty="0" sz="1600">
                <a:latin typeface="Times New Roman"/>
                <a:cs typeface="Times New Roman"/>
              </a:rPr>
              <a:t>Handles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HTTP requests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responses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600" b="1">
                <a:latin typeface="Times New Roman"/>
                <a:cs typeface="Times New Roman"/>
              </a:rPr>
              <a:t>3.</a:t>
            </a:r>
            <a:r>
              <a:rPr dirty="0" sz="1600" spc="425" b="1">
                <a:latin typeface="Times New Roman"/>
                <a:cs typeface="Times New Roman"/>
              </a:rPr>
              <a:t> </a:t>
            </a:r>
            <a:r>
              <a:rPr dirty="0" sz="1600" spc="-20" b="1">
                <a:latin typeface="Times New Roman"/>
                <a:cs typeface="Times New Roman"/>
              </a:rPr>
              <a:t>XAMPP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475235" y="3113222"/>
            <a:ext cx="4749800" cy="7727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9400" indent="-2667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79400" algn="l"/>
              </a:tabLst>
            </a:pPr>
            <a:r>
              <a:rPr dirty="0" sz="1600">
                <a:latin typeface="Times New Roman"/>
                <a:cs typeface="Times New Roman"/>
              </a:rPr>
              <a:t>Local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server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environment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(Apache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+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MySQL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+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PHP)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600" b="1">
                <a:latin typeface="Times New Roman"/>
                <a:cs typeface="Times New Roman"/>
              </a:rPr>
              <a:t>4.</a:t>
            </a:r>
            <a:r>
              <a:rPr dirty="0" sz="1600" spc="55" b="1">
                <a:latin typeface="Times New Roman"/>
                <a:cs typeface="Times New Roman"/>
              </a:rPr>
              <a:t>  </a:t>
            </a:r>
            <a:r>
              <a:rPr dirty="0" sz="1600" b="1">
                <a:latin typeface="Times New Roman"/>
                <a:cs typeface="Times New Roman"/>
              </a:rPr>
              <a:t>REST/API</a:t>
            </a:r>
            <a:r>
              <a:rPr dirty="0" sz="1600" spc="6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Communication</a:t>
            </a:r>
            <a:endParaRPr sz="160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9400" algn="l"/>
              </a:tabLst>
            </a:pPr>
            <a:r>
              <a:rPr dirty="0" sz="1600">
                <a:latin typeface="Times New Roman"/>
                <a:cs typeface="Times New Roman"/>
              </a:rPr>
              <a:t>Connects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frontend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backend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337016" y="4847206"/>
            <a:ext cx="2316480" cy="10610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b="1">
                <a:latin typeface="Times New Roman"/>
                <a:cs typeface="Times New Roman"/>
              </a:rPr>
              <a:t>Database </a:t>
            </a:r>
            <a:r>
              <a:rPr dirty="0" sz="1850" spc="-10" b="1">
                <a:latin typeface="Times New Roman"/>
                <a:cs typeface="Times New Roman"/>
              </a:rPr>
              <a:t>Technologies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600" b="1">
                <a:latin typeface="Times New Roman"/>
                <a:cs typeface="Times New Roman"/>
              </a:rPr>
              <a:t>1.</a:t>
            </a:r>
            <a:r>
              <a:rPr dirty="0" sz="1600" spc="425" b="1">
                <a:latin typeface="Times New Roman"/>
                <a:cs typeface="Times New Roman"/>
              </a:rPr>
              <a:t> </a:t>
            </a:r>
            <a:r>
              <a:rPr dirty="0" sz="1600" spc="-20" b="1">
                <a:latin typeface="Times New Roman"/>
                <a:cs typeface="Times New Roman"/>
              </a:rPr>
              <a:t>MySQL</a:t>
            </a:r>
            <a:endParaRPr sz="160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79400" algn="l"/>
              </a:tabLst>
            </a:pPr>
            <a:r>
              <a:rPr dirty="0" sz="1600">
                <a:latin typeface="Times New Roman"/>
                <a:cs typeface="Times New Roman"/>
              </a:rPr>
              <a:t>Stores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application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data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600" b="1">
                <a:latin typeface="Times New Roman"/>
                <a:cs typeface="Times New Roman"/>
              </a:rPr>
              <a:t>2.</a:t>
            </a:r>
            <a:r>
              <a:rPr dirty="0" sz="1600" spc="42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phpMyAdmin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337116" y="5883887"/>
            <a:ext cx="5176520" cy="7727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GUI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tool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manage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databases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600" b="1">
                <a:latin typeface="Times New Roman"/>
                <a:cs typeface="Times New Roman"/>
              </a:rPr>
              <a:t>3.</a:t>
            </a:r>
            <a:r>
              <a:rPr dirty="0" sz="1600" spc="425" b="1">
                <a:latin typeface="Times New Roman"/>
                <a:cs typeface="Times New Roman"/>
              </a:rPr>
              <a:t> </a:t>
            </a:r>
            <a:r>
              <a:rPr dirty="0" sz="1600" spc="-25" b="1">
                <a:latin typeface="Times New Roman"/>
                <a:cs typeface="Times New Roman"/>
              </a:rPr>
              <a:t>SQL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Used</a:t>
            </a:r>
            <a:r>
              <a:rPr dirty="0" sz="1600" spc="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CRUD</a:t>
            </a:r>
            <a:r>
              <a:rPr dirty="0" sz="1600" spc="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operations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(Create,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Read,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Update,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Delete)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31291" y="4664964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567" y="575332"/>
                </a:lnTo>
                <a:lnTo>
                  <a:pt x="197998" y="564367"/>
                </a:lnTo>
                <a:lnTo>
                  <a:pt x="156446" y="546818"/>
                </a:lnTo>
                <a:lnTo>
                  <a:pt x="118506" y="523280"/>
                </a:lnTo>
                <a:lnTo>
                  <a:pt x="84772" y="494347"/>
                </a:lnTo>
                <a:lnTo>
                  <a:pt x="55839" y="460613"/>
                </a:lnTo>
                <a:lnTo>
                  <a:pt x="32301" y="422673"/>
                </a:lnTo>
                <a:lnTo>
                  <a:pt x="14752" y="381121"/>
                </a:lnTo>
                <a:lnTo>
                  <a:pt x="3787" y="336552"/>
                </a:lnTo>
                <a:lnTo>
                  <a:pt x="0" y="289559"/>
                </a:lnTo>
                <a:lnTo>
                  <a:pt x="3787" y="242567"/>
                </a:lnTo>
                <a:lnTo>
                  <a:pt x="14752" y="197998"/>
                </a:lnTo>
                <a:lnTo>
                  <a:pt x="32301" y="156446"/>
                </a:lnTo>
                <a:lnTo>
                  <a:pt x="55839" y="118506"/>
                </a:lnTo>
                <a:lnTo>
                  <a:pt x="84772" y="84772"/>
                </a:lnTo>
                <a:lnTo>
                  <a:pt x="118506" y="55839"/>
                </a:lnTo>
                <a:lnTo>
                  <a:pt x="156446" y="32301"/>
                </a:lnTo>
                <a:lnTo>
                  <a:pt x="197998" y="14752"/>
                </a:lnTo>
                <a:lnTo>
                  <a:pt x="242567" y="3787"/>
                </a:lnTo>
                <a:lnTo>
                  <a:pt x="289559" y="0"/>
                </a:lnTo>
                <a:lnTo>
                  <a:pt x="336552" y="3787"/>
                </a:lnTo>
                <a:lnTo>
                  <a:pt x="381121" y="14752"/>
                </a:lnTo>
                <a:lnTo>
                  <a:pt x="422673" y="32301"/>
                </a:lnTo>
                <a:lnTo>
                  <a:pt x="460613" y="55839"/>
                </a:lnTo>
                <a:lnTo>
                  <a:pt x="494347" y="84772"/>
                </a:lnTo>
                <a:lnTo>
                  <a:pt x="523280" y="118506"/>
                </a:lnTo>
                <a:lnTo>
                  <a:pt x="546818" y="156446"/>
                </a:lnTo>
                <a:lnTo>
                  <a:pt x="564367" y="197998"/>
                </a:lnTo>
                <a:lnTo>
                  <a:pt x="575332" y="242567"/>
                </a:lnTo>
                <a:lnTo>
                  <a:pt x="579119" y="289559"/>
                </a:lnTo>
                <a:lnTo>
                  <a:pt x="575332" y="336552"/>
                </a:lnTo>
                <a:lnTo>
                  <a:pt x="564367" y="381121"/>
                </a:lnTo>
                <a:lnTo>
                  <a:pt x="546818" y="422673"/>
                </a:lnTo>
                <a:lnTo>
                  <a:pt x="523280" y="460613"/>
                </a:lnTo>
                <a:lnTo>
                  <a:pt x="494347" y="494347"/>
                </a:lnTo>
                <a:lnTo>
                  <a:pt x="460613" y="523280"/>
                </a:lnTo>
                <a:lnTo>
                  <a:pt x="422673" y="546818"/>
                </a:lnTo>
                <a:lnTo>
                  <a:pt x="381121" y="564367"/>
                </a:lnTo>
                <a:lnTo>
                  <a:pt x="336552" y="575332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44113" y="4804669"/>
            <a:ext cx="15240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9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7150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68473" y="2780719"/>
            <a:ext cx="1035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71500" y="1933955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9080"/>
                </a:lnTo>
                <a:lnTo>
                  <a:pt x="28870" y="253008"/>
                </a:lnTo>
                <a:lnTo>
                  <a:pt x="61228" y="287645"/>
                </a:lnTo>
                <a:lnTo>
                  <a:pt x="102217" y="310359"/>
                </a:lnTo>
                <a:lnTo>
                  <a:pt x="149351" y="318515"/>
                </a:lnTo>
                <a:lnTo>
                  <a:pt x="196327" y="310359"/>
                </a:lnTo>
                <a:lnTo>
                  <a:pt x="236939" y="287645"/>
                </a:lnTo>
                <a:lnTo>
                  <a:pt x="268845" y="253008"/>
                </a:lnTo>
                <a:lnTo>
                  <a:pt x="289706" y="209080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85306" y="2000445"/>
            <a:ext cx="711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4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71500" y="31043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336"/>
                </a:lnTo>
                <a:lnTo>
                  <a:pt x="28870" y="251813"/>
                </a:lnTo>
                <a:lnTo>
                  <a:pt x="61228" y="286219"/>
                </a:lnTo>
                <a:lnTo>
                  <a:pt x="102217" y="308847"/>
                </a:lnTo>
                <a:lnTo>
                  <a:pt x="149351" y="316991"/>
                </a:lnTo>
                <a:lnTo>
                  <a:pt x="196327" y="308847"/>
                </a:lnTo>
                <a:lnTo>
                  <a:pt x="236939" y="286219"/>
                </a:lnTo>
                <a:lnTo>
                  <a:pt x="268845" y="251813"/>
                </a:lnTo>
                <a:lnTo>
                  <a:pt x="289706" y="208336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65436" y="3170920"/>
            <a:ext cx="11048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65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71500" y="232257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69992" y="2390645"/>
            <a:ext cx="1016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71500" y="3884676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6327" y="308994"/>
                </a:lnTo>
                <a:lnTo>
                  <a:pt x="236939" y="286658"/>
                </a:lnTo>
                <a:lnTo>
                  <a:pt x="268845" y="252471"/>
                </a:lnTo>
                <a:lnTo>
                  <a:pt x="289706" y="208922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666954" y="3951194"/>
            <a:ext cx="10731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71500" y="34945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336"/>
                </a:lnTo>
                <a:lnTo>
                  <a:pt x="28870" y="251813"/>
                </a:lnTo>
                <a:lnTo>
                  <a:pt x="61228" y="286219"/>
                </a:lnTo>
                <a:lnTo>
                  <a:pt x="102217" y="308847"/>
                </a:lnTo>
                <a:lnTo>
                  <a:pt x="149351" y="316991"/>
                </a:lnTo>
                <a:lnTo>
                  <a:pt x="196327" y="308847"/>
                </a:lnTo>
                <a:lnTo>
                  <a:pt x="236939" y="286219"/>
                </a:lnTo>
                <a:lnTo>
                  <a:pt x="268845" y="251813"/>
                </a:lnTo>
                <a:lnTo>
                  <a:pt x="289706" y="208336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668473" y="3560993"/>
            <a:ext cx="1028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571500" y="427482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6327" y="308994"/>
                </a:lnTo>
                <a:lnTo>
                  <a:pt x="236939" y="286658"/>
                </a:lnTo>
                <a:lnTo>
                  <a:pt x="268845" y="252471"/>
                </a:lnTo>
                <a:lnTo>
                  <a:pt x="289706" y="208922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669992" y="4341267"/>
            <a:ext cx="100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57150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666954" y="5379101"/>
            <a:ext cx="10731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77696"/>
            <a:ext cx="548639" cy="140207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9886188" y="1699133"/>
            <a:ext cx="803275" cy="4356100"/>
          </a:xfrm>
          <a:custGeom>
            <a:avLst/>
            <a:gdLst/>
            <a:ahLst/>
            <a:cxnLst/>
            <a:rect l="l" t="t" r="r" b="b"/>
            <a:pathLst>
              <a:path w="803275" h="4356100">
                <a:moveTo>
                  <a:pt x="803147" y="4356100"/>
                </a:moveTo>
                <a:lnTo>
                  <a:pt x="794003" y="4343400"/>
                </a:lnTo>
                <a:lnTo>
                  <a:pt x="781811" y="4330700"/>
                </a:lnTo>
                <a:lnTo>
                  <a:pt x="768096" y="4305300"/>
                </a:lnTo>
                <a:lnTo>
                  <a:pt x="743711" y="4279900"/>
                </a:lnTo>
                <a:lnTo>
                  <a:pt x="729996" y="4267200"/>
                </a:lnTo>
                <a:lnTo>
                  <a:pt x="717803" y="4254500"/>
                </a:lnTo>
                <a:lnTo>
                  <a:pt x="693419" y="4216400"/>
                </a:lnTo>
                <a:lnTo>
                  <a:pt x="681227" y="4203700"/>
                </a:lnTo>
                <a:lnTo>
                  <a:pt x="656843" y="4165600"/>
                </a:lnTo>
                <a:lnTo>
                  <a:pt x="632459" y="4140200"/>
                </a:lnTo>
                <a:lnTo>
                  <a:pt x="621791" y="4114800"/>
                </a:lnTo>
                <a:lnTo>
                  <a:pt x="597407" y="4089400"/>
                </a:lnTo>
                <a:lnTo>
                  <a:pt x="586739" y="4076700"/>
                </a:lnTo>
                <a:lnTo>
                  <a:pt x="574547" y="4051300"/>
                </a:lnTo>
                <a:lnTo>
                  <a:pt x="553211" y="4025900"/>
                </a:lnTo>
                <a:lnTo>
                  <a:pt x="541019" y="4000500"/>
                </a:lnTo>
                <a:lnTo>
                  <a:pt x="498347" y="3924300"/>
                </a:lnTo>
                <a:lnTo>
                  <a:pt x="477011" y="3898900"/>
                </a:lnTo>
                <a:lnTo>
                  <a:pt x="455675" y="3860800"/>
                </a:lnTo>
                <a:lnTo>
                  <a:pt x="446532" y="3848100"/>
                </a:lnTo>
                <a:lnTo>
                  <a:pt x="435864" y="3835400"/>
                </a:lnTo>
                <a:lnTo>
                  <a:pt x="426719" y="3810000"/>
                </a:lnTo>
                <a:lnTo>
                  <a:pt x="416051" y="3797300"/>
                </a:lnTo>
                <a:lnTo>
                  <a:pt x="406907" y="3771900"/>
                </a:lnTo>
                <a:lnTo>
                  <a:pt x="396239" y="3759200"/>
                </a:lnTo>
                <a:lnTo>
                  <a:pt x="359664" y="3683000"/>
                </a:lnTo>
                <a:lnTo>
                  <a:pt x="332232" y="3632200"/>
                </a:lnTo>
                <a:lnTo>
                  <a:pt x="323087" y="3619500"/>
                </a:lnTo>
                <a:lnTo>
                  <a:pt x="315467" y="3594100"/>
                </a:lnTo>
                <a:lnTo>
                  <a:pt x="297179" y="3556000"/>
                </a:lnTo>
                <a:lnTo>
                  <a:pt x="289559" y="3543300"/>
                </a:lnTo>
                <a:lnTo>
                  <a:pt x="280415" y="3517900"/>
                </a:lnTo>
                <a:lnTo>
                  <a:pt x="257555" y="3467100"/>
                </a:lnTo>
                <a:lnTo>
                  <a:pt x="248411" y="3441700"/>
                </a:lnTo>
                <a:lnTo>
                  <a:pt x="233171" y="3403600"/>
                </a:lnTo>
                <a:lnTo>
                  <a:pt x="227075" y="3390900"/>
                </a:lnTo>
                <a:lnTo>
                  <a:pt x="204215" y="3327400"/>
                </a:lnTo>
                <a:lnTo>
                  <a:pt x="198119" y="3314700"/>
                </a:lnTo>
                <a:lnTo>
                  <a:pt x="190500" y="3289300"/>
                </a:lnTo>
                <a:lnTo>
                  <a:pt x="184403" y="3276600"/>
                </a:lnTo>
                <a:lnTo>
                  <a:pt x="176783" y="3251200"/>
                </a:lnTo>
                <a:lnTo>
                  <a:pt x="170687" y="3238500"/>
                </a:lnTo>
                <a:lnTo>
                  <a:pt x="121919" y="3073400"/>
                </a:lnTo>
                <a:lnTo>
                  <a:pt x="117347" y="3048000"/>
                </a:lnTo>
                <a:lnTo>
                  <a:pt x="111251" y="3035300"/>
                </a:lnTo>
                <a:lnTo>
                  <a:pt x="106679" y="3009900"/>
                </a:lnTo>
                <a:lnTo>
                  <a:pt x="100583" y="2997200"/>
                </a:lnTo>
                <a:lnTo>
                  <a:pt x="91439" y="2946400"/>
                </a:lnTo>
                <a:lnTo>
                  <a:pt x="64007" y="2832100"/>
                </a:lnTo>
                <a:lnTo>
                  <a:pt x="60959" y="2806700"/>
                </a:lnTo>
                <a:lnTo>
                  <a:pt x="56387" y="2781300"/>
                </a:lnTo>
                <a:lnTo>
                  <a:pt x="48767" y="2743200"/>
                </a:lnTo>
                <a:lnTo>
                  <a:pt x="42671" y="2705100"/>
                </a:lnTo>
                <a:lnTo>
                  <a:pt x="27432" y="2603500"/>
                </a:lnTo>
                <a:lnTo>
                  <a:pt x="22859" y="2552700"/>
                </a:lnTo>
                <a:lnTo>
                  <a:pt x="19811" y="2540000"/>
                </a:lnTo>
                <a:lnTo>
                  <a:pt x="18287" y="2514600"/>
                </a:lnTo>
                <a:lnTo>
                  <a:pt x="15239" y="2489200"/>
                </a:lnTo>
                <a:lnTo>
                  <a:pt x="4571" y="2349500"/>
                </a:lnTo>
                <a:lnTo>
                  <a:pt x="4571" y="2324100"/>
                </a:lnTo>
                <a:lnTo>
                  <a:pt x="1523" y="2286000"/>
                </a:lnTo>
                <a:lnTo>
                  <a:pt x="1523" y="2235200"/>
                </a:lnTo>
                <a:lnTo>
                  <a:pt x="0" y="2209800"/>
                </a:lnTo>
                <a:lnTo>
                  <a:pt x="0" y="2133600"/>
                </a:lnTo>
                <a:lnTo>
                  <a:pt x="1523" y="2108200"/>
                </a:lnTo>
                <a:lnTo>
                  <a:pt x="1523" y="2057400"/>
                </a:lnTo>
                <a:lnTo>
                  <a:pt x="4571" y="2019300"/>
                </a:lnTo>
                <a:lnTo>
                  <a:pt x="4571" y="1993900"/>
                </a:lnTo>
                <a:lnTo>
                  <a:pt x="15239" y="1854200"/>
                </a:lnTo>
                <a:lnTo>
                  <a:pt x="18287" y="1828800"/>
                </a:lnTo>
                <a:lnTo>
                  <a:pt x="19811" y="1803400"/>
                </a:lnTo>
                <a:lnTo>
                  <a:pt x="22859" y="1790700"/>
                </a:lnTo>
                <a:lnTo>
                  <a:pt x="24383" y="1765300"/>
                </a:lnTo>
                <a:lnTo>
                  <a:pt x="27432" y="1752600"/>
                </a:lnTo>
                <a:lnTo>
                  <a:pt x="36575" y="1676400"/>
                </a:lnTo>
                <a:lnTo>
                  <a:pt x="39623" y="1663700"/>
                </a:lnTo>
                <a:lnTo>
                  <a:pt x="45719" y="1612900"/>
                </a:lnTo>
                <a:lnTo>
                  <a:pt x="48767" y="1600200"/>
                </a:lnTo>
                <a:lnTo>
                  <a:pt x="53339" y="1574800"/>
                </a:lnTo>
                <a:lnTo>
                  <a:pt x="56387" y="1562100"/>
                </a:lnTo>
                <a:lnTo>
                  <a:pt x="60959" y="1536700"/>
                </a:lnTo>
                <a:lnTo>
                  <a:pt x="64007" y="1524000"/>
                </a:lnTo>
                <a:lnTo>
                  <a:pt x="73151" y="1473200"/>
                </a:lnTo>
                <a:lnTo>
                  <a:pt x="96011" y="1371600"/>
                </a:lnTo>
                <a:lnTo>
                  <a:pt x="100583" y="1346200"/>
                </a:lnTo>
                <a:lnTo>
                  <a:pt x="106679" y="1333500"/>
                </a:lnTo>
                <a:lnTo>
                  <a:pt x="111251" y="1308100"/>
                </a:lnTo>
                <a:lnTo>
                  <a:pt x="117347" y="1295400"/>
                </a:lnTo>
                <a:lnTo>
                  <a:pt x="121919" y="1270000"/>
                </a:lnTo>
                <a:lnTo>
                  <a:pt x="134111" y="1231900"/>
                </a:lnTo>
                <a:lnTo>
                  <a:pt x="158496" y="1143000"/>
                </a:lnTo>
                <a:lnTo>
                  <a:pt x="164591" y="1143000"/>
                </a:lnTo>
                <a:lnTo>
                  <a:pt x="176783" y="1092200"/>
                </a:lnTo>
                <a:lnTo>
                  <a:pt x="184403" y="1066800"/>
                </a:lnTo>
                <a:lnTo>
                  <a:pt x="190500" y="1054100"/>
                </a:lnTo>
                <a:lnTo>
                  <a:pt x="198119" y="1028700"/>
                </a:lnTo>
                <a:lnTo>
                  <a:pt x="204215" y="1016000"/>
                </a:lnTo>
                <a:lnTo>
                  <a:pt x="227075" y="952500"/>
                </a:lnTo>
                <a:lnTo>
                  <a:pt x="233171" y="939800"/>
                </a:lnTo>
                <a:lnTo>
                  <a:pt x="248411" y="901700"/>
                </a:lnTo>
                <a:lnTo>
                  <a:pt x="257555" y="876300"/>
                </a:lnTo>
                <a:lnTo>
                  <a:pt x="280415" y="825500"/>
                </a:lnTo>
                <a:lnTo>
                  <a:pt x="289559" y="800100"/>
                </a:lnTo>
                <a:lnTo>
                  <a:pt x="297179" y="787400"/>
                </a:lnTo>
                <a:lnTo>
                  <a:pt x="315467" y="749300"/>
                </a:lnTo>
                <a:lnTo>
                  <a:pt x="323087" y="723900"/>
                </a:lnTo>
                <a:lnTo>
                  <a:pt x="396239" y="584200"/>
                </a:lnTo>
                <a:lnTo>
                  <a:pt x="406907" y="571500"/>
                </a:lnTo>
                <a:lnTo>
                  <a:pt x="416051" y="546100"/>
                </a:lnTo>
                <a:lnTo>
                  <a:pt x="426719" y="533400"/>
                </a:lnTo>
                <a:lnTo>
                  <a:pt x="435864" y="520700"/>
                </a:lnTo>
                <a:lnTo>
                  <a:pt x="446532" y="495300"/>
                </a:lnTo>
                <a:lnTo>
                  <a:pt x="455675" y="482600"/>
                </a:lnTo>
                <a:lnTo>
                  <a:pt x="487679" y="419100"/>
                </a:lnTo>
                <a:lnTo>
                  <a:pt x="509015" y="393700"/>
                </a:lnTo>
                <a:lnTo>
                  <a:pt x="541019" y="342900"/>
                </a:lnTo>
                <a:lnTo>
                  <a:pt x="553211" y="330200"/>
                </a:lnTo>
                <a:lnTo>
                  <a:pt x="574547" y="292100"/>
                </a:lnTo>
                <a:lnTo>
                  <a:pt x="586739" y="266700"/>
                </a:lnTo>
                <a:lnTo>
                  <a:pt x="597407" y="266700"/>
                </a:lnTo>
                <a:lnTo>
                  <a:pt x="621791" y="228600"/>
                </a:lnTo>
                <a:lnTo>
                  <a:pt x="632459" y="203200"/>
                </a:lnTo>
                <a:lnTo>
                  <a:pt x="644651" y="190500"/>
                </a:lnTo>
                <a:lnTo>
                  <a:pt x="669035" y="152400"/>
                </a:lnTo>
                <a:lnTo>
                  <a:pt x="681227" y="152400"/>
                </a:lnTo>
                <a:lnTo>
                  <a:pt x="729996" y="76200"/>
                </a:lnTo>
                <a:lnTo>
                  <a:pt x="743711" y="63500"/>
                </a:lnTo>
                <a:lnTo>
                  <a:pt x="768096" y="38100"/>
                </a:lnTo>
                <a:lnTo>
                  <a:pt x="781811" y="12700"/>
                </a:lnTo>
                <a:lnTo>
                  <a:pt x="794003" y="0"/>
                </a:lnTo>
                <a:lnTo>
                  <a:pt x="803147" y="0"/>
                </a:lnTo>
                <a:lnTo>
                  <a:pt x="803147" y="495300"/>
                </a:lnTo>
                <a:lnTo>
                  <a:pt x="794003" y="508000"/>
                </a:lnTo>
                <a:lnTo>
                  <a:pt x="772667" y="533400"/>
                </a:lnTo>
                <a:lnTo>
                  <a:pt x="774191" y="533400"/>
                </a:lnTo>
                <a:lnTo>
                  <a:pt x="763523" y="558800"/>
                </a:lnTo>
                <a:lnTo>
                  <a:pt x="754379" y="571500"/>
                </a:lnTo>
                <a:lnTo>
                  <a:pt x="743711" y="584200"/>
                </a:lnTo>
                <a:lnTo>
                  <a:pt x="745235" y="584200"/>
                </a:lnTo>
                <a:lnTo>
                  <a:pt x="734567" y="609600"/>
                </a:lnTo>
                <a:lnTo>
                  <a:pt x="725423" y="609600"/>
                </a:lnTo>
                <a:lnTo>
                  <a:pt x="711707" y="647700"/>
                </a:lnTo>
                <a:lnTo>
                  <a:pt x="707135" y="647700"/>
                </a:lnTo>
                <a:lnTo>
                  <a:pt x="688847" y="685800"/>
                </a:lnTo>
                <a:lnTo>
                  <a:pt x="670559" y="711200"/>
                </a:lnTo>
                <a:lnTo>
                  <a:pt x="652271" y="749300"/>
                </a:lnTo>
                <a:lnTo>
                  <a:pt x="653796" y="749300"/>
                </a:lnTo>
                <a:lnTo>
                  <a:pt x="635507" y="774700"/>
                </a:lnTo>
                <a:lnTo>
                  <a:pt x="637032" y="774700"/>
                </a:lnTo>
                <a:lnTo>
                  <a:pt x="618743" y="812800"/>
                </a:lnTo>
                <a:lnTo>
                  <a:pt x="620267" y="812800"/>
                </a:lnTo>
                <a:lnTo>
                  <a:pt x="615695" y="825500"/>
                </a:lnTo>
                <a:lnTo>
                  <a:pt x="611123" y="825500"/>
                </a:lnTo>
                <a:lnTo>
                  <a:pt x="603503" y="838200"/>
                </a:lnTo>
                <a:lnTo>
                  <a:pt x="594359" y="863600"/>
                </a:lnTo>
                <a:lnTo>
                  <a:pt x="595883" y="863600"/>
                </a:lnTo>
                <a:lnTo>
                  <a:pt x="586739" y="876300"/>
                </a:lnTo>
                <a:lnTo>
                  <a:pt x="582929" y="889000"/>
                </a:lnTo>
                <a:lnTo>
                  <a:pt x="579119" y="889000"/>
                </a:lnTo>
                <a:lnTo>
                  <a:pt x="544829" y="977900"/>
                </a:lnTo>
                <a:lnTo>
                  <a:pt x="542543" y="977900"/>
                </a:lnTo>
                <a:lnTo>
                  <a:pt x="519683" y="1028700"/>
                </a:lnTo>
                <a:lnTo>
                  <a:pt x="521207" y="1028700"/>
                </a:lnTo>
                <a:lnTo>
                  <a:pt x="513587" y="1054100"/>
                </a:lnTo>
                <a:lnTo>
                  <a:pt x="505967" y="1066800"/>
                </a:lnTo>
                <a:lnTo>
                  <a:pt x="507491" y="1066800"/>
                </a:lnTo>
                <a:lnTo>
                  <a:pt x="499871" y="1079500"/>
                </a:lnTo>
                <a:lnTo>
                  <a:pt x="493775" y="1104900"/>
                </a:lnTo>
                <a:lnTo>
                  <a:pt x="486155" y="1117600"/>
                </a:lnTo>
                <a:lnTo>
                  <a:pt x="487679" y="1117600"/>
                </a:lnTo>
                <a:lnTo>
                  <a:pt x="480059" y="1143000"/>
                </a:lnTo>
                <a:lnTo>
                  <a:pt x="467867" y="1181100"/>
                </a:lnTo>
                <a:lnTo>
                  <a:pt x="449579" y="1219200"/>
                </a:lnTo>
                <a:lnTo>
                  <a:pt x="445007" y="1244600"/>
                </a:lnTo>
                <a:lnTo>
                  <a:pt x="432815" y="1282700"/>
                </a:lnTo>
                <a:lnTo>
                  <a:pt x="428243" y="1295400"/>
                </a:lnTo>
                <a:lnTo>
                  <a:pt x="422147" y="1320800"/>
                </a:lnTo>
                <a:lnTo>
                  <a:pt x="419861" y="1333500"/>
                </a:lnTo>
                <a:lnTo>
                  <a:pt x="417575" y="1333500"/>
                </a:lnTo>
                <a:lnTo>
                  <a:pt x="413511" y="1346200"/>
                </a:lnTo>
                <a:lnTo>
                  <a:pt x="413003" y="1346200"/>
                </a:lnTo>
                <a:lnTo>
                  <a:pt x="406907" y="1371600"/>
                </a:lnTo>
                <a:lnTo>
                  <a:pt x="374903" y="1498600"/>
                </a:lnTo>
                <a:lnTo>
                  <a:pt x="371855" y="1524000"/>
                </a:lnTo>
                <a:lnTo>
                  <a:pt x="359664" y="1574800"/>
                </a:lnTo>
                <a:lnTo>
                  <a:pt x="355091" y="1600200"/>
                </a:lnTo>
                <a:lnTo>
                  <a:pt x="356615" y="1600200"/>
                </a:lnTo>
                <a:lnTo>
                  <a:pt x="352043" y="1612900"/>
                </a:lnTo>
                <a:lnTo>
                  <a:pt x="327659" y="1765300"/>
                </a:lnTo>
                <a:lnTo>
                  <a:pt x="326135" y="1790700"/>
                </a:lnTo>
                <a:lnTo>
                  <a:pt x="323087" y="1803400"/>
                </a:lnTo>
                <a:lnTo>
                  <a:pt x="321564" y="1828800"/>
                </a:lnTo>
                <a:lnTo>
                  <a:pt x="318515" y="1841500"/>
                </a:lnTo>
                <a:lnTo>
                  <a:pt x="313943" y="1905000"/>
                </a:lnTo>
                <a:lnTo>
                  <a:pt x="310896" y="1917700"/>
                </a:lnTo>
                <a:lnTo>
                  <a:pt x="307847" y="1955800"/>
                </a:lnTo>
                <a:lnTo>
                  <a:pt x="309371" y="1955800"/>
                </a:lnTo>
                <a:lnTo>
                  <a:pt x="304800" y="2019300"/>
                </a:lnTo>
                <a:lnTo>
                  <a:pt x="304800" y="2032000"/>
                </a:lnTo>
                <a:lnTo>
                  <a:pt x="303275" y="2057400"/>
                </a:lnTo>
                <a:lnTo>
                  <a:pt x="303275" y="2070100"/>
                </a:lnTo>
                <a:lnTo>
                  <a:pt x="301751" y="2095500"/>
                </a:lnTo>
                <a:lnTo>
                  <a:pt x="301751" y="2247900"/>
                </a:lnTo>
                <a:lnTo>
                  <a:pt x="303275" y="2273300"/>
                </a:lnTo>
                <a:lnTo>
                  <a:pt x="303275" y="2286000"/>
                </a:lnTo>
                <a:lnTo>
                  <a:pt x="304800" y="2311400"/>
                </a:lnTo>
                <a:lnTo>
                  <a:pt x="304800" y="2324100"/>
                </a:lnTo>
                <a:lnTo>
                  <a:pt x="309371" y="2387600"/>
                </a:lnTo>
                <a:lnTo>
                  <a:pt x="307847" y="2387600"/>
                </a:lnTo>
                <a:lnTo>
                  <a:pt x="310896" y="2425700"/>
                </a:lnTo>
                <a:lnTo>
                  <a:pt x="313943" y="2438400"/>
                </a:lnTo>
                <a:lnTo>
                  <a:pt x="315467" y="2476500"/>
                </a:lnTo>
                <a:lnTo>
                  <a:pt x="315975" y="2476500"/>
                </a:lnTo>
                <a:lnTo>
                  <a:pt x="316991" y="2489200"/>
                </a:lnTo>
                <a:lnTo>
                  <a:pt x="317499" y="2489200"/>
                </a:lnTo>
                <a:lnTo>
                  <a:pt x="318515" y="2514600"/>
                </a:lnTo>
                <a:lnTo>
                  <a:pt x="321564" y="2527300"/>
                </a:lnTo>
                <a:lnTo>
                  <a:pt x="322071" y="2527300"/>
                </a:lnTo>
                <a:lnTo>
                  <a:pt x="323087" y="2552700"/>
                </a:lnTo>
                <a:lnTo>
                  <a:pt x="326135" y="2565400"/>
                </a:lnTo>
                <a:lnTo>
                  <a:pt x="326643" y="2565400"/>
                </a:lnTo>
                <a:lnTo>
                  <a:pt x="327659" y="2590800"/>
                </a:lnTo>
                <a:lnTo>
                  <a:pt x="342900" y="2679700"/>
                </a:lnTo>
                <a:lnTo>
                  <a:pt x="344119" y="2679700"/>
                </a:lnTo>
                <a:lnTo>
                  <a:pt x="348996" y="2717800"/>
                </a:lnTo>
                <a:lnTo>
                  <a:pt x="350011" y="2717800"/>
                </a:lnTo>
                <a:lnTo>
                  <a:pt x="352043" y="2743200"/>
                </a:lnTo>
                <a:lnTo>
                  <a:pt x="355091" y="2743200"/>
                </a:lnTo>
                <a:lnTo>
                  <a:pt x="359664" y="2781300"/>
                </a:lnTo>
                <a:lnTo>
                  <a:pt x="362711" y="2781300"/>
                </a:lnTo>
                <a:lnTo>
                  <a:pt x="371855" y="2819400"/>
                </a:lnTo>
                <a:lnTo>
                  <a:pt x="374903" y="2844800"/>
                </a:lnTo>
                <a:lnTo>
                  <a:pt x="406907" y="2971800"/>
                </a:lnTo>
                <a:lnTo>
                  <a:pt x="413003" y="2997200"/>
                </a:lnTo>
                <a:lnTo>
                  <a:pt x="411479" y="2997200"/>
                </a:lnTo>
                <a:lnTo>
                  <a:pt x="417575" y="3009900"/>
                </a:lnTo>
                <a:lnTo>
                  <a:pt x="422147" y="3035300"/>
                </a:lnTo>
                <a:lnTo>
                  <a:pt x="425195" y="3035300"/>
                </a:lnTo>
                <a:lnTo>
                  <a:pt x="428243" y="3048000"/>
                </a:lnTo>
                <a:lnTo>
                  <a:pt x="432815" y="3060700"/>
                </a:lnTo>
                <a:lnTo>
                  <a:pt x="445007" y="3098800"/>
                </a:lnTo>
                <a:lnTo>
                  <a:pt x="449579" y="3124200"/>
                </a:lnTo>
                <a:lnTo>
                  <a:pt x="461771" y="3162300"/>
                </a:lnTo>
                <a:lnTo>
                  <a:pt x="480059" y="3200400"/>
                </a:lnTo>
                <a:lnTo>
                  <a:pt x="487679" y="3225800"/>
                </a:lnTo>
                <a:lnTo>
                  <a:pt x="486155" y="3225800"/>
                </a:lnTo>
                <a:lnTo>
                  <a:pt x="493775" y="3238500"/>
                </a:lnTo>
                <a:lnTo>
                  <a:pt x="499871" y="3263900"/>
                </a:lnTo>
                <a:lnTo>
                  <a:pt x="507491" y="3276600"/>
                </a:lnTo>
                <a:lnTo>
                  <a:pt x="505967" y="3276600"/>
                </a:lnTo>
                <a:lnTo>
                  <a:pt x="513587" y="3302000"/>
                </a:lnTo>
                <a:lnTo>
                  <a:pt x="517397" y="3302000"/>
                </a:lnTo>
                <a:lnTo>
                  <a:pt x="521207" y="3314700"/>
                </a:lnTo>
                <a:lnTo>
                  <a:pt x="519683" y="3314700"/>
                </a:lnTo>
                <a:lnTo>
                  <a:pt x="542543" y="3365500"/>
                </a:lnTo>
                <a:lnTo>
                  <a:pt x="541019" y="3365500"/>
                </a:lnTo>
                <a:lnTo>
                  <a:pt x="548639" y="3378200"/>
                </a:lnTo>
                <a:lnTo>
                  <a:pt x="579119" y="3454400"/>
                </a:lnTo>
                <a:lnTo>
                  <a:pt x="586739" y="3467100"/>
                </a:lnTo>
                <a:lnTo>
                  <a:pt x="595883" y="3479800"/>
                </a:lnTo>
                <a:lnTo>
                  <a:pt x="594359" y="3479800"/>
                </a:lnTo>
                <a:lnTo>
                  <a:pt x="603503" y="3505200"/>
                </a:lnTo>
                <a:lnTo>
                  <a:pt x="611123" y="3517900"/>
                </a:lnTo>
                <a:lnTo>
                  <a:pt x="620267" y="3530600"/>
                </a:lnTo>
                <a:lnTo>
                  <a:pt x="618743" y="3530600"/>
                </a:lnTo>
                <a:lnTo>
                  <a:pt x="637032" y="3568700"/>
                </a:lnTo>
                <a:lnTo>
                  <a:pt x="635507" y="3568700"/>
                </a:lnTo>
                <a:lnTo>
                  <a:pt x="653796" y="3594100"/>
                </a:lnTo>
                <a:lnTo>
                  <a:pt x="652271" y="3594100"/>
                </a:lnTo>
                <a:lnTo>
                  <a:pt x="670559" y="3632200"/>
                </a:lnTo>
                <a:lnTo>
                  <a:pt x="697991" y="3683000"/>
                </a:lnTo>
                <a:lnTo>
                  <a:pt x="716279" y="3708400"/>
                </a:lnTo>
                <a:lnTo>
                  <a:pt x="734567" y="3746500"/>
                </a:lnTo>
                <a:lnTo>
                  <a:pt x="745235" y="3759200"/>
                </a:lnTo>
                <a:lnTo>
                  <a:pt x="743711" y="3759200"/>
                </a:lnTo>
                <a:lnTo>
                  <a:pt x="754379" y="3771900"/>
                </a:lnTo>
                <a:lnTo>
                  <a:pt x="763523" y="3797300"/>
                </a:lnTo>
                <a:lnTo>
                  <a:pt x="774191" y="3810000"/>
                </a:lnTo>
                <a:lnTo>
                  <a:pt x="772667" y="3810000"/>
                </a:lnTo>
                <a:lnTo>
                  <a:pt x="794003" y="3835400"/>
                </a:lnTo>
                <a:lnTo>
                  <a:pt x="803147" y="3848100"/>
                </a:lnTo>
                <a:lnTo>
                  <a:pt x="803147" y="4356100"/>
                </a:lnTo>
                <a:close/>
              </a:path>
              <a:path w="803275" h="4356100">
                <a:moveTo>
                  <a:pt x="611123" y="838200"/>
                </a:moveTo>
                <a:lnTo>
                  <a:pt x="611123" y="825500"/>
                </a:lnTo>
                <a:lnTo>
                  <a:pt x="615695" y="825500"/>
                </a:lnTo>
                <a:lnTo>
                  <a:pt x="611123" y="838200"/>
                </a:lnTo>
                <a:close/>
              </a:path>
              <a:path w="803275" h="4356100">
                <a:moveTo>
                  <a:pt x="579119" y="901700"/>
                </a:moveTo>
                <a:lnTo>
                  <a:pt x="579119" y="889000"/>
                </a:lnTo>
                <a:lnTo>
                  <a:pt x="582929" y="889000"/>
                </a:lnTo>
                <a:lnTo>
                  <a:pt x="579119" y="901700"/>
                </a:lnTo>
                <a:close/>
              </a:path>
              <a:path w="803275" h="4356100">
                <a:moveTo>
                  <a:pt x="541019" y="990600"/>
                </a:moveTo>
                <a:lnTo>
                  <a:pt x="542543" y="977900"/>
                </a:lnTo>
                <a:lnTo>
                  <a:pt x="544829" y="977900"/>
                </a:lnTo>
                <a:lnTo>
                  <a:pt x="541019" y="990600"/>
                </a:lnTo>
                <a:close/>
              </a:path>
              <a:path w="803275" h="4356100">
                <a:moveTo>
                  <a:pt x="411479" y="1358900"/>
                </a:moveTo>
                <a:lnTo>
                  <a:pt x="413003" y="1346200"/>
                </a:lnTo>
                <a:lnTo>
                  <a:pt x="413511" y="1346200"/>
                </a:lnTo>
                <a:lnTo>
                  <a:pt x="411479" y="1358900"/>
                </a:lnTo>
                <a:close/>
              </a:path>
              <a:path w="803275" h="4356100">
                <a:moveTo>
                  <a:pt x="315975" y="2476500"/>
                </a:moveTo>
                <a:lnTo>
                  <a:pt x="315467" y="2476500"/>
                </a:lnTo>
                <a:lnTo>
                  <a:pt x="315467" y="2463800"/>
                </a:lnTo>
                <a:lnTo>
                  <a:pt x="315975" y="2476500"/>
                </a:lnTo>
                <a:close/>
              </a:path>
              <a:path w="803275" h="4356100">
                <a:moveTo>
                  <a:pt x="317499" y="2489200"/>
                </a:moveTo>
                <a:lnTo>
                  <a:pt x="316991" y="2489200"/>
                </a:lnTo>
                <a:lnTo>
                  <a:pt x="316991" y="2476500"/>
                </a:lnTo>
                <a:lnTo>
                  <a:pt x="317499" y="2489200"/>
                </a:lnTo>
                <a:close/>
              </a:path>
              <a:path w="803275" h="4356100">
                <a:moveTo>
                  <a:pt x="322071" y="2527300"/>
                </a:moveTo>
                <a:lnTo>
                  <a:pt x="321564" y="2527300"/>
                </a:lnTo>
                <a:lnTo>
                  <a:pt x="321564" y="2514600"/>
                </a:lnTo>
                <a:lnTo>
                  <a:pt x="322071" y="2527300"/>
                </a:lnTo>
                <a:close/>
              </a:path>
              <a:path w="803275" h="4356100">
                <a:moveTo>
                  <a:pt x="326643" y="2565400"/>
                </a:moveTo>
                <a:lnTo>
                  <a:pt x="326135" y="2565400"/>
                </a:lnTo>
                <a:lnTo>
                  <a:pt x="326135" y="2552700"/>
                </a:lnTo>
                <a:lnTo>
                  <a:pt x="326643" y="2565400"/>
                </a:lnTo>
                <a:close/>
              </a:path>
              <a:path w="803275" h="4356100">
                <a:moveTo>
                  <a:pt x="344119" y="2679700"/>
                </a:moveTo>
                <a:lnTo>
                  <a:pt x="342900" y="2679700"/>
                </a:lnTo>
                <a:lnTo>
                  <a:pt x="342900" y="2667000"/>
                </a:lnTo>
                <a:lnTo>
                  <a:pt x="344119" y="2679700"/>
                </a:lnTo>
                <a:close/>
              </a:path>
              <a:path w="803275" h="4356100">
                <a:moveTo>
                  <a:pt x="350011" y="2717800"/>
                </a:moveTo>
                <a:lnTo>
                  <a:pt x="348996" y="2717800"/>
                </a:lnTo>
                <a:lnTo>
                  <a:pt x="348996" y="2705100"/>
                </a:lnTo>
                <a:lnTo>
                  <a:pt x="350011" y="2717800"/>
                </a:lnTo>
                <a:close/>
              </a:path>
              <a:path w="803275" h="4356100">
                <a:moveTo>
                  <a:pt x="361187" y="2781300"/>
                </a:moveTo>
                <a:lnTo>
                  <a:pt x="359664" y="2781300"/>
                </a:lnTo>
                <a:lnTo>
                  <a:pt x="359664" y="2768600"/>
                </a:lnTo>
                <a:lnTo>
                  <a:pt x="361187" y="2781300"/>
                </a:lnTo>
                <a:close/>
              </a:path>
              <a:path w="803275" h="4356100">
                <a:moveTo>
                  <a:pt x="425195" y="3035300"/>
                </a:moveTo>
                <a:lnTo>
                  <a:pt x="422147" y="3035300"/>
                </a:lnTo>
                <a:lnTo>
                  <a:pt x="422147" y="3022600"/>
                </a:lnTo>
                <a:lnTo>
                  <a:pt x="425195" y="3035300"/>
                </a:lnTo>
                <a:close/>
              </a:path>
              <a:path w="803275" h="4356100">
                <a:moveTo>
                  <a:pt x="517397" y="3302000"/>
                </a:moveTo>
                <a:lnTo>
                  <a:pt x="513587" y="3302000"/>
                </a:lnTo>
                <a:lnTo>
                  <a:pt x="513587" y="3289300"/>
                </a:lnTo>
                <a:lnTo>
                  <a:pt x="517397" y="3302000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3201" rIns="0" bIns="0" rtlCol="0" vert="horz">
            <a:spAutoFit/>
          </a:bodyPr>
          <a:lstStyle/>
          <a:p>
            <a:pPr marL="1120140">
              <a:lnSpc>
                <a:spcPct val="100000"/>
              </a:lnSpc>
              <a:spcBef>
                <a:spcPts val="105"/>
              </a:spcBef>
            </a:pPr>
            <a:r>
              <a:rPr dirty="0"/>
              <a:t>MODULE</a:t>
            </a:r>
            <a:r>
              <a:rPr dirty="0" spc="-20"/>
              <a:t> </a:t>
            </a:r>
            <a:r>
              <a:rPr dirty="0" spc="-10"/>
              <a:t>DESCRIPTION</a:t>
            </a:r>
          </a:p>
        </p:txBody>
      </p:sp>
      <p:sp>
        <p:nvSpPr>
          <p:cNvPr id="23" name="object 23" descr=""/>
          <p:cNvSpPr txBox="1"/>
          <p:nvPr/>
        </p:nvSpPr>
        <p:spPr>
          <a:xfrm>
            <a:off x="1332994" y="1686379"/>
            <a:ext cx="1630045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b="1">
                <a:latin typeface="Times New Roman"/>
                <a:cs typeface="Times New Roman"/>
              </a:rPr>
              <a:t>1.</a:t>
            </a:r>
            <a:r>
              <a:rPr dirty="0" sz="1850" spc="465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User</a:t>
            </a:r>
            <a:r>
              <a:rPr dirty="0" sz="1850" spc="-30" b="1">
                <a:latin typeface="Times New Roman"/>
                <a:cs typeface="Times New Roman"/>
              </a:rPr>
              <a:t> </a:t>
            </a:r>
            <a:r>
              <a:rPr dirty="0" sz="1850" spc="-10" b="1">
                <a:latin typeface="Times New Roman"/>
                <a:cs typeface="Times New Roman"/>
              </a:rPr>
              <a:t>Module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332991" y="1974739"/>
            <a:ext cx="3450590" cy="5575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Users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can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register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system.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850" b="1">
                <a:latin typeface="Times New Roman"/>
                <a:cs typeface="Times New Roman"/>
              </a:rPr>
              <a:t>2.</a:t>
            </a:r>
            <a:r>
              <a:rPr dirty="0" sz="1850" spc="390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Authentication</a:t>
            </a:r>
            <a:r>
              <a:rPr dirty="0" sz="1850" spc="35" b="1">
                <a:latin typeface="Times New Roman"/>
                <a:cs typeface="Times New Roman"/>
              </a:rPr>
              <a:t> </a:t>
            </a:r>
            <a:r>
              <a:rPr dirty="0" sz="1850" spc="-10" b="1">
                <a:latin typeface="Times New Roman"/>
                <a:cs typeface="Times New Roman"/>
              </a:rPr>
              <a:t>Module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332991" y="2509699"/>
            <a:ext cx="3173095" cy="556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Handles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login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logout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securely.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50" b="1">
                <a:latin typeface="Times New Roman"/>
                <a:cs typeface="Times New Roman"/>
              </a:rPr>
              <a:t>3.</a:t>
            </a:r>
            <a:r>
              <a:rPr dirty="0" sz="1850" spc="495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Event</a:t>
            </a:r>
            <a:r>
              <a:rPr dirty="0" sz="1850" spc="25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Management</a:t>
            </a:r>
            <a:r>
              <a:rPr dirty="0" sz="1850" spc="25" b="1">
                <a:latin typeface="Times New Roman"/>
                <a:cs typeface="Times New Roman"/>
              </a:rPr>
              <a:t> </a:t>
            </a:r>
            <a:r>
              <a:rPr dirty="0" sz="1850" spc="-10" b="1">
                <a:latin typeface="Times New Roman"/>
                <a:cs typeface="Times New Roman"/>
              </a:rPr>
              <a:t>Module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332991" y="3043142"/>
            <a:ext cx="4200525" cy="5575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Users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can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add,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view,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update,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delete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events.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850" b="1">
                <a:latin typeface="Times New Roman"/>
                <a:cs typeface="Times New Roman"/>
              </a:rPr>
              <a:t>4.</a:t>
            </a:r>
            <a:r>
              <a:rPr dirty="0" sz="1850" spc="385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AJAX</a:t>
            </a:r>
            <a:r>
              <a:rPr dirty="0" sz="1850" spc="20" b="1">
                <a:latin typeface="Times New Roman"/>
                <a:cs typeface="Times New Roman"/>
              </a:rPr>
              <a:t> </a:t>
            </a:r>
            <a:r>
              <a:rPr dirty="0" sz="1850" spc="-10" b="1">
                <a:latin typeface="Times New Roman"/>
                <a:cs typeface="Times New Roman"/>
              </a:rPr>
              <a:t>Module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332991" y="3578000"/>
            <a:ext cx="4942205" cy="5575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Updates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without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refreshing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page.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850" b="1">
                <a:latin typeface="Times New Roman"/>
                <a:cs typeface="Times New Roman"/>
              </a:rPr>
              <a:t>5.</a:t>
            </a:r>
            <a:r>
              <a:rPr dirty="0" sz="1850" spc="484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Database</a:t>
            </a:r>
            <a:r>
              <a:rPr dirty="0" sz="1850" spc="15" b="1">
                <a:latin typeface="Times New Roman"/>
                <a:cs typeface="Times New Roman"/>
              </a:rPr>
              <a:t> </a:t>
            </a:r>
            <a:r>
              <a:rPr dirty="0" sz="1850" spc="-10" b="1">
                <a:latin typeface="Times New Roman"/>
                <a:cs typeface="Times New Roman"/>
              </a:rPr>
              <a:t>Module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332991" y="4112959"/>
            <a:ext cx="3463290" cy="5575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Stores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MySQL.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850" b="1">
                <a:latin typeface="Times New Roman"/>
                <a:cs typeface="Times New Roman"/>
              </a:rPr>
              <a:t>6.</a:t>
            </a:r>
            <a:r>
              <a:rPr dirty="0" sz="1850" spc="490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Integration</a:t>
            </a:r>
            <a:r>
              <a:rPr dirty="0" sz="1850" spc="10" b="1">
                <a:latin typeface="Times New Roman"/>
                <a:cs typeface="Times New Roman"/>
              </a:rPr>
              <a:t> </a:t>
            </a:r>
            <a:r>
              <a:rPr dirty="0" sz="1850" spc="-10" b="1">
                <a:latin typeface="Times New Roman"/>
                <a:cs typeface="Times New Roman"/>
              </a:rPr>
              <a:t>Module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332991" y="4646402"/>
            <a:ext cx="3966210" cy="8089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Connects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frontend,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backend,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database.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850" b="1">
                <a:latin typeface="Times New Roman"/>
                <a:cs typeface="Times New Roman"/>
              </a:rPr>
              <a:t>7.</a:t>
            </a:r>
            <a:r>
              <a:rPr dirty="0" sz="1850" spc="390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Admin</a:t>
            </a:r>
            <a:r>
              <a:rPr dirty="0" sz="1850" spc="30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Module</a:t>
            </a:r>
            <a:r>
              <a:rPr dirty="0" sz="1850" spc="15" b="1">
                <a:latin typeface="Times New Roman"/>
                <a:cs typeface="Times New Roman"/>
              </a:rPr>
              <a:t> </a:t>
            </a:r>
            <a:r>
              <a:rPr dirty="0" sz="1850" spc="-10" b="1">
                <a:latin typeface="Times New Roman"/>
                <a:cs typeface="Times New Roman"/>
              </a:rPr>
              <a:t>(Optional)</a:t>
            </a:r>
            <a:endParaRPr sz="185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Admin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manages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users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activities.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31291" y="4664964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567" y="575332"/>
                </a:lnTo>
                <a:lnTo>
                  <a:pt x="197998" y="564367"/>
                </a:lnTo>
                <a:lnTo>
                  <a:pt x="156446" y="546818"/>
                </a:lnTo>
                <a:lnTo>
                  <a:pt x="118506" y="523280"/>
                </a:lnTo>
                <a:lnTo>
                  <a:pt x="84772" y="494347"/>
                </a:lnTo>
                <a:lnTo>
                  <a:pt x="55839" y="460613"/>
                </a:lnTo>
                <a:lnTo>
                  <a:pt x="32301" y="422673"/>
                </a:lnTo>
                <a:lnTo>
                  <a:pt x="14752" y="381121"/>
                </a:lnTo>
                <a:lnTo>
                  <a:pt x="3787" y="336552"/>
                </a:lnTo>
                <a:lnTo>
                  <a:pt x="0" y="289559"/>
                </a:lnTo>
                <a:lnTo>
                  <a:pt x="3787" y="242567"/>
                </a:lnTo>
                <a:lnTo>
                  <a:pt x="14752" y="197998"/>
                </a:lnTo>
                <a:lnTo>
                  <a:pt x="32301" y="156446"/>
                </a:lnTo>
                <a:lnTo>
                  <a:pt x="55839" y="118506"/>
                </a:lnTo>
                <a:lnTo>
                  <a:pt x="84772" y="84772"/>
                </a:lnTo>
                <a:lnTo>
                  <a:pt x="118506" y="55839"/>
                </a:lnTo>
                <a:lnTo>
                  <a:pt x="156446" y="32301"/>
                </a:lnTo>
                <a:lnTo>
                  <a:pt x="197998" y="14752"/>
                </a:lnTo>
                <a:lnTo>
                  <a:pt x="242567" y="3787"/>
                </a:lnTo>
                <a:lnTo>
                  <a:pt x="289559" y="0"/>
                </a:lnTo>
                <a:lnTo>
                  <a:pt x="336552" y="3787"/>
                </a:lnTo>
                <a:lnTo>
                  <a:pt x="381121" y="14752"/>
                </a:lnTo>
                <a:lnTo>
                  <a:pt x="422673" y="32301"/>
                </a:lnTo>
                <a:lnTo>
                  <a:pt x="460613" y="55839"/>
                </a:lnTo>
                <a:lnTo>
                  <a:pt x="494347" y="84772"/>
                </a:lnTo>
                <a:lnTo>
                  <a:pt x="523280" y="118506"/>
                </a:lnTo>
                <a:lnTo>
                  <a:pt x="546818" y="156446"/>
                </a:lnTo>
                <a:lnTo>
                  <a:pt x="564367" y="197998"/>
                </a:lnTo>
                <a:lnTo>
                  <a:pt x="575332" y="242567"/>
                </a:lnTo>
                <a:lnTo>
                  <a:pt x="579119" y="289559"/>
                </a:lnTo>
                <a:lnTo>
                  <a:pt x="575332" y="336552"/>
                </a:lnTo>
                <a:lnTo>
                  <a:pt x="564367" y="381121"/>
                </a:lnTo>
                <a:lnTo>
                  <a:pt x="546818" y="422673"/>
                </a:lnTo>
                <a:lnTo>
                  <a:pt x="523280" y="460613"/>
                </a:lnTo>
                <a:lnTo>
                  <a:pt x="494347" y="494347"/>
                </a:lnTo>
                <a:lnTo>
                  <a:pt x="460613" y="523280"/>
                </a:lnTo>
                <a:lnTo>
                  <a:pt x="422673" y="546818"/>
                </a:lnTo>
                <a:lnTo>
                  <a:pt x="381121" y="564367"/>
                </a:lnTo>
                <a:lnTo>
                  <a:pt x="336552" y="575332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7150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71500" y="1933955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9080"/>
                </a:lnTo>
                <a:lnTo>
                  <a:pt x="28870" y="253008"/>
                </a:lnTo>
                <a:lnTo>
                  <a:pt x="61228" y="287645"/>
                </a:lnTo>
                <a:lnTo>
                  <a:pt x="102217" y="310359"/>
                </a:lnTo>
                <a:lnTo>
                  <a:pt x="149351" y="318515"/>
                </a:lnTo>
                <a:lnTo>
                  <a:pt x="196327" y="310359"/>
                </a:lnTo>
                <a:lnTo>
                  <a:pt x="236939" y="287645"/>
                </a:lnTo>
                <a:lnTo>
                  <a:pt x="268845" y="253008"/>
                </a:lnTo>
                <a:lnTo>
                  <a:pt x="289706" y="209080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71500" y="31043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336"/>
                </a:lnTo>
                <a:lnTo>
                  <a:pt x="28870" y="251813"/>
                </a:lnTo>
                <a:lnTo>
                  <a:pt x="61228" y="286219"/>
                </a:lnTo>
                <a:lnTo>
                  <a:pt x="102217" y="308847"/>
                </a:lnTo>
                <a:lnTo>
                  <a:pt x="149351" y="316991"/>
                </a:lnTo>
                <a:lnTo>
                  <a:pt x="196327" y="308847"/>
                </a:lnTo>
                <a:lnTo>
                  <a:pt x="236939" y="286219"/>
                </a:lnTo>
                <a:lnTo>
                  <a:pt x="268845" y="251813"/>
                </a:lnTo>
                <a:lnTo>
                  <a:pt x="289706" y="208336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71500" y="232257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71500" y="3884676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6327" y="308994"/>
                </a:lnTo>
                <a:lnTo>
                  <a:pt x="236939" y="286658"/>
                </a:lnTo>
                <a:lnTo>
                  <a:pt x="268845" y="252471"/>
                </a:lnTo>
                <a:lnTo>
                  <a:pt x="289706" y="208922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71500" y="34945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336"/>
                </a:lnTo>
                <a:lnTo>
                  <a:pt x="28870" y="251813"/>
                </a:lnTo>
                <a:lnTo>
                  <a:pt x="61228" y="286219"/>
                </a:lnTo>
                <a:lnTo>
                  <a:pt x="102217" y="308847"/>
                </a:lnTo>
                <a:lnTo>
                  <a:pt x="149351" y="316991"/>
                </a:lnTo>
                <a:lnTo>
                  <a:pt x="196327" y="308847"/>
                </a:lnTo>
                <a:lnTo>
                  <a:pt x="236939" y="286219"/>
                </a:lnTo>
                <a:lnTo>
                  <a:pt x="268845" y="251813"/>
                </a:lnTo>
                <a:lnTo>
                  <a:pt x="289706" y="208336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71500" y="427482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6327" y="308994"/>
                </a:lnTo>
                <a:lnTo>
                  <a:pt x="236939" y="286658"/>
                </a:lnTo>
                <a:lnTo>
                  <a:pt x="268845" y="252471"/>
                </a:lnTo>
                <a:lnTo>
                  <a:pt x="289706" y="208922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7150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50216" y="2000445"/>
            <a:ext cx="137795" cy="3556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32384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30480">
              <a:lnSpc>
                <a:spcPct val="100000"/>
              </a:lnSpc>
            </a:pPr>
            <a:r>
              <a:rPr dirty="0" sz="1000" spc="1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27305">
              <a:lnSpc>
                <a:spcPct val="100000"/>
              </a:lnSpc>
            </a:pPr>
            <a:r>
              <a:rPr dirty="0" sz="1000" spc="65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30480">
              <a:lnSpc>
                <a:spcPct val="100000"/>
              </a:lnSpc>
            </a:pPr>
            <a:r>
              <a:rPr dirty="0" sz="1000" spc="5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29209">
              <a:lnSpc>
                <a:spcPct val="100000"/>
              </a:lnSpc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32384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 spc="-50" b="1">
                <a:solidFill>
                  <a:srgbClr val="001F60"/>
                </a:solidFill>
                <a:latin typeface="Tahoma"/>
                <a:cs typeface="Tahoma"/>
              </a:rPr>
              <a:t>8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400">
              <a:latin typeface="Tahoma"/>
              <a:cs typeface="Tahoma"/>
            </a:endParaRPr>
          </a:p>
          <a:p>
            <a:pPr marL="29209">
              <a:lnSpc>
                <a:spcPct val="100000"/>
              </a:lnSpc>
              <a:spcBef>
                <a:spcPts val="5"/>
              </a:spcBef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77696"/>
            <a:ext cx="548639" cy="140207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9782557" y="1604708"/>
            <a:ext cx="906780" cy="4584700"/>
          </a:xfrm>
          <a:custGeom>
            <a:avLst/>
            <a:gdLst/>
            <a:ahLst/>
            <a:cxnLst/>
            <a:rect l="l" t="t" r="r" b="b"/>
            <a:pathLst>
              <a:path w="906779" h="4584700">
                <a:moveTo>
                  <a:pt x="648461" y="876300"/>
                </a:moveTo>
                <a:lnTo>
                  <a:pt x="313943" y="876300"/>
                </a:lnTo>
                <a:lnTo>
                  <a:pt x="341375" y="812800"/>
                </a:lnTo>
                <a:lnTo>
                  <a:pt x="348996" y="800100"/>
                </a:lnTo>
                <a:lnTo>
                  <a:pt x="358139" y="774700"/>
                </a:lnTo>
                <a:lnTo>
                  <a:pt x="368807" y="762000"/>
                </a:lnTo>
                <a:lnTo>
                  <a:pt x="405383" y="685800"/>
                </a:lnTo>
                <a:lnTo>
                  <a:pt x="416051" y="673100"/>
                </a:lnTo>
                <a:lnTo>
                  <a:pt x="425196" y="647700"/>
                </a:lnTo>
                <a:lnTo>
                  <a:pt x="435864" y="635000"/>
                </a:lnTo>
                <a:lnTo>
                  <a:pt x="445007" y="609600"/>
                </a:lnTo>
                <a:lnTo>
                  <a:pt x="477011" y="558800"/>
                </a:lnTo>
                <a:lnTo>
                  <a:pt x="498347" y="533400"/>
                </a:lnTo>
                <a:lnTo>
                  <a:pt x="509015" y="508000"/>
                </a:lnTo>
                <a:lnTo>
                  <a:pt x="541019" y="457200"/>
                </a:lnTo>
                <a:lnTo>
                  <a:pt x="551687" y="444500"/>
                </a:lnTo>
                <a:lnTo>
                  <a:pt x="563879" y="419100"/>
                </a:lnTo>
                <a:lnTo>
                  <a:pt x="585215" y="381000"/>
                </a:lnTo>
                <a:lnTo>
                  <a:pt x="597407" y="381000"/>
                </a:lnTo>
                <a:lnTo>
                  <a:pt x="609600" y="355600"/>
                </a:lnTo>
                <a:lnTo>
                  <a:pt x="620267" y="342900"/>
                </a:lnTo>
                <a:lnTo>
                  <a:pt x="656843" y="292100"/>
                </a:lnTo>
                <a:lnTo>
                  <a:pt x="669035" y="266700"/>
                </a:lnTo>
                <a:lnTo>
                  <a:pt x="679703" y="266700"/>
                </a:lnTo>
                <a:lnTo>
                  <a:pt x="693419" y="241300"/>
                </a:lnTo>
                <a:lnTo>
                  <a:pt x="717803" y="215900"/>
                </a:lnTo>
                <a:lnTo>
                  <a:pt x="742187" y="177800"/>
                </a:lnTo>
                <a:lnTo>
                  <a:pt x="755903" y="165100"/>
                </a:lnTo>
                <a:lnTo>
                  <a:pt x="780287" y="127000"/>
                </a:lnTo>
                <a:lnTo>
                  <a:pt x="807719" y="101600"/>
                </a:lnTo>
                <a:lnTo>
                  <a:pt x="819911" y="88900"/>
                </a:lnTo>
                <a:lnTo>
                  <a:pt x="847343" y="50800"/>
                </a:lnTo>
                <a:lnTo>
                  <a:pt x="859535" y="38100"/>
                </a:lnTo>
                <a:lnTo>
                  <a:pt x="886968" y="12700"/>
                </a:lnTo>
                <a:lnTo>
                  <a:pt x="906779" y="0"/>
                </a:lnTo>
                <a:lnTo>
                  <a:pt x="906779" y="457200"/>
                </a:lnTo>
                <a:lnTo>
                  <a:pt x="897635" y="469900"/>
                </a:lnTo>
                <a:lnTo>
                  <a:pt x="892301" y="482600"/>
                </a:lnTo>
                <a:lnTo>
                  <a:pt x="886968" y="482600"/>
                </a:lnTo>
                <a:lnTo>
                  <a:pt x="822959" y="571500"/>
                </a:lnTo>
                <a:lnTo>
                  <a:pt x="824483" y="571500"/>
                </a:lnTo>
                <a:lnTo>
                  <a:pt x="792479" y="622300"/>
                </a:lnTo>
                <a:lnTo>
                  <a:pt x="794003" y="622300"/>
                </a:lnTo>
                <a:lnTo>
                  <a:pt x="772667" y="647700"/>
                </a:lnTo>
                <a:lnTo>
                  <a:pt x="763523" y="673100"/>
                </a:lnTo>
                <a:lnTo>
                  <a:pt x="752855" y="685800"/>
                </a:lnTo>
                <a:lnTo>
                  <a:pt x="754379" y="685800"/>
                </a:lnTo>
                <a:lnTo>
                  <a:pt x="743711" y="698500"/>
                </a:lnTo>
                <a:lnTo>
                  <a:pt x="734567" y="723900"/>
                </a:lnTo>
                <a:lnTo>
                  <a:pt x="725423" y="723900"/>
                </a:lnTo>
                <a:lnTo>
                  <a:pt x="714755" y="749300"/>
                </a:lnTo>
                <a:lnTo>
                  <a:pt x="716279" y="749300"/>
                </a:lnTo>
                <a:lnTo>
                  <a:pt x="705611" y="762000"/>
                </a:lnTo>
                <a:lnTo>
                  <a:pt x="707135" y="762000"/>
                </a:lnTo>
                <a:lnTo>
                  <a:pt x="696467" y="774700"/>
                </a:lnTo>
                <a:lnTo>
                  <a:pt x="697991" y="774700"/>
                </a:lnTo>
                <a:lnTo>
                  <a:pt x="687323" y="800100"/>
                </a:lnTo>
                <a:lnTo>
                  <a:pt x="688847" y="800100"/>
                </a:lnTo>
                <a:lnTo>
                  <a:pt x="678179" y="812800"/>
                </a:lnTo>
                <a:lnTo>
                  <a:pt x="679703" y="812800"/>
                </a:lnTo>
                <a:lnTo>
                  <a:pt x="675131" y="825500"/>
                </a:lnTo>
                <a:lnTo>
                  <a:pt x="670559" y="825500"/>
                </a:lnTo>
                <a:lnTo>
                  <a:pt x="652271" y="863600"/>
                </a:lnTo>
                <a:lnTo>
                  <a:pt x="648461" y="876300"/>
                </a:lnTo>
                <a:close/>
              </a:path>
              <a:path w="906779" h="4584700">
                <a:moveTo>
                  <a:pt x="886968" y="495300"/>
                </a:moveTo>
                <a:lnTo>
                  <a:pt x="886968" y="482600"/>
                </a:lnTo>
                <a:lnTo>
                  <a:pt x="892301" y="482600"/>
                </a:lnTo>
                <a:lnTo>
                  <a:pt x="886968" y="495300"/>
                </a:lnTo>
                <a:close/>
              </a:path>
              <a:path w="906779" h="4584700">
                <a:moveTo>
                  <a:pt x="670559" y="838200"/>
                </a:moveTo>
                <a:lnTo>
                  <a:pt x="670559" y="825500"/>
                </a:lnTo>
                <a:lnTo>
                  <a:pt x="675131" y="825500"/>
                </a:lnTo>
                <a:lnTo>
                  <a:pt x="670559" y="838200"/>
                </a:lnTo>
                <a:close/>
              </a:path>
              <a:path w="906779" h="4584700">
                <a:moveTo>
                  <a:pt x="492251" y="1219200"/>
                </a:moveTo>
                <a:lnTo>
                  <a:pt x="176783" y="1219200"/>
                </a:lnTo>
                <a:lnTo>
                  <a:pt x="182879" y="1181100"/>
                </a:lnTo>
                <a:lnTo>
                  <a:pt x="190500" y="1168400"/>
                </a:lnTo>
                <a:lnTo>
                  <a:pt x="196596" y="1143000"/>
                </a:lnTo>
                <a:lnTo>
                  <a:pt x="211835" y="1104900"/>
                </a:lnTo>
                <a:lnTo>
                  <a:pt x="217932" y="1092200"/>
                </a:lnTo>
                <a:lnTo>
                  <a:pt x="263651" y="977900"/>
                </a:lnTo>
                <a:lnTo>
                  <a:pt x="272796" y="952500"/>
                </a:lnTo>
                <a:lnTo>
                  <a:pt x="280415" y="939800"/>
                </a:lnTo>
                <a:lnTo>
                  <a:pt x="289559" y="914400"/>
                </a:lnTo>
                <a:lnTo>
                  <a:pt x="297179" y="901700"/>
                </a:lnTo>
                <a:lnTo>
                  <a:pt x="306323" y="876300"/>
                </a:lnTo>
                <a:lnTo>
                  <a:pt x="644651" y="876300"/>
                </a:lnTo>
                <a:lnTo>
                  <a:pt x="626364" y="914400"/>
                </a:lnTo>
                <a:lnTo>
                  <a:pt x="627887" y="914400"/>
                </a:lnTo>
                <a:lnTo>
                  <a:pt x="618743" y="927100"/>
                </a:lnTo>
                <a:lnTo>
                  <a:pt x="611123" y="952500"/>
                </a:lnTo>
                <a:lnTo>
                  <a:pt x="603503" y="952500"/>
                </a:lnTo>
                <a:lnTo>
                  <a:pt x="594359" y="977900"/>
                </a:lnTo>
                <a:lnTo>
                  <a:pt x="579119" y="1016000"/>
                </a:lnTo>
                <a:lnTo>
                  <a:pt x="571500" y="1028700"/>
                </a:lnTo>
                <a:lnTo>
                  <a:pt x="541019" y="1104900"/>
                </a:lnTo>
                <a:lnTo>
                  <a:pt x="534923" y="1104900"/>
                </a:lnTo>
                <a:lnTo>
                  <a:pt x="519683" y="1143000"/>
                </a:lnTo>
                <a:lnTo>
                  <a:pt x="513587" y="1168400"/>
                </a:lnTo>
                <a:lnTo>
                  <a:pt x="505967" y="1181100"/>
                </a:lnTo>
                <a:lnTo>
                  <a:pt x="502919" y="1193800"/>
                </a:lnTo>
                <a:lnTo>
                  <a:pt x="499871" y="1193800"/>
                </a:lnTo>
                <a:lnTo>
                  <a:pt x="492251" y="1219200"/>
                </a:lnTo>
                <a:close/>
              </a:path>
              <a:path w="906779" h="4584700">
                <a:moveTo>
                  <a:pt x="499871" y="1206500"/>
                </a:moveTo>
                <a:lnTo>
                  <a:pt x="499871" y="1193800"/>
                </a:lnTo>
                <a:lnTo>
                  <a:pt x="502919" y="1193800"/>
                </a:lnTo>
                <a:lnTo>
                  <a:pt x="499871" y="1206500"/>
                </a:lnTo>
                <a:close/>
              </a:path>
              <a:path w="906779" h="4584700">
                <a:moveTo>
                  <a:pt x="707135" y="3810000"/>
                </a:moveTo>
                <a:lnTo>
                  <a:pt x="358139" y="3810000"/>
                </a:lnTo>
                <a:lnTo>
                  <a:pt x="348996" y="3784600"/>
                </a:lnTo>
                <a:lnTo>
                  <a:pt x="341375" y="3771900"/>
                </a:lnTo>
                <a:lnTo>
                  <a:pt x="313943" y="3708400"/>
                </a:lnTo>
                <a:lnTo>
                  <a:pt x="306323" y="3695700"/>
                </a:lnTo>
                <a:lnTo>
                  <a:pt x="297179" y="3670300"/>
                </a:lnTo>
                <a:lnTo>
                  <a:pt x="289559" y="3657600"/>
                </a:lnTo>
                <a:lnTo>
                  <a:pt x="280415" y="3632200"/>
                </a:lnTo>
                <a:lnTo>
                  <a:pt x="272796" y="3619500"/>
                </a:lnTo>
                <a:lnTo>
                  <a:pt x="263651" y="3594100"/>
                </a:lnTo>
                <a:lnTo>
                  <a:pt x="217932" y="3479800"/>
                </a:lnTo>
                <a:lnTo>
                  <a:pt x="211835" y="3467100"/>
                </a:lnTo>
                <a:lnTo>
                  <a:pt x="196596" y="3429000"/>
                </a:lnTo>
                <a:lnTo>
                  <a:pt x="190500" y="3403600"/>
                </a:lnTo>
                <a:lnTo>
                  <a:pt x="182879" y="3390900"/>
                </a:lnTo>
                <a:lnTo>
                  <a:pt x="170687" y="3352800"/>
                </a:lnTo>
                <a:lnTo>
                  <a:pt x="163067" y="3327400"/>
                </a:lnTo>
                <a:lnTo>
                  <a:pt x="138683" y="3251200"/>
                </a:lnTo>
                <a:lnTo>
                  <a:pt x="134111" y="3238500"/>
                </a:lnTo>
                <a:lnTo>
                  <a:pt x="128015" y="3200400"/>
                </a:lnTo>
                <a:lnTo>
                  <a:pt x="115823" y="3162300"/>
                </a:lnTo>
                <a:lnTo>
                  <a:pt x="111251" y="3149600"/>
                </a:lnTo>
                <a:lnTo>
                  <a:pt x="59435" y="2933700"/>
                </a:lnTo>
                <a:lnTo>
                  <a:pt x="56387" y="2895600"/>
                </a:lnTo>
                <a:lnTo>
                  <a:pt x="51815" y="2882900"/>
                </a:lnTo>
                <a:lnTo>
                  <a:pt x="32003" y="2755900"/>
                </a:lnTo>
                <a:lnTo>
                  <a:pt x="16764" y="2628900"/>
                </a:lnTo>
                <a:lnTo>
                  <a:pt x="12191" y="2565400"/>
                </a:lnTo>
                <a:lnTo>
                  <a:pt x="9143" y="2552700"/>
                </a:lnTo>
                <a:lnTo>
                  <a:pt x="6096" y="2501900"/>
                </a:lnTo>
                <a:lnTo>
                  <a:pt x="6096" y="2476500"/>
                </a:lnTo>
                <a:lnTo>
                  <a:pt x="3047" y="2438400"/>
                </a:lnTo>
                <a:lnTo>
                  <a:pt x="3047" y="2413000"/>
                </a:lnTo>
                <a:lnTo>
                  <a:pt x="1523" y="2400300"/>
                </a:lnTo>
                <a:lnTo>
                  <a:pt x="1523" y="2374900"/>
                </a:lnTo>
                <a:lnTo>
                  <a:pt x="0" y="2362200"/>
                </a:lnTo>
                <a:lnTo>
                  <a:pt x="0" y="2222500"/>
                </a:lnTo>
                <a:lnTo>
                  <a:pt x="1523" y="2209800"/>
                </a:lnTo>
                <a:lnTo>
                  <a:pt x="1523" y="2171700"/>
                </a:lnTo>
                <a:lnTo>
                  <a:pt x="3047" y="2159000"/>
                </a:lnTo>
                <a:lnTo>
                  <a:pt x="3047" y="2133600"/>
                </a:lnTo>
                <a:lnTo>
                  <a:pt x="6096" y="2095500"/>
                </a:lnTo>
                <a:lnTo>
                  <a:pt x="6096" y="2070100"/>
                </a:lnTo>
                <a:lnTo>
                  <a:pt x="9143" y="2032000"/>
                </a:lnTo>
                <a:lnTo>
                  <a:pt x="12191" y="2006600"/>
                </a:lnTo>
                <a:lnTo>
                  <a:pt x="16764" y="1943100"/>
                </a:lnTo>
                <a:lnTo>
                  <a:pt x="21335" y="1905000"/>
                </a:lnTo>
                <a:lnTo>
                  <a:pt x="30479" y="1841500"/>
                </a:lnTo>
                <a:lnTo>
                  <a:pt x="32003" y="1816100"/>
                </a:lnTo>
                <a:lnTo>
                  <a:pt x="38100" y="1778000"/>
                </a:lnTo>
                <a:lnTo>
                  <a:pt x="42671" y="1752600"/>
                </a:lnTo>
                <a:lnTo>
                  <a:pt x="48767" y="1714500"/>
                </a:lnTo>
                <a:lnTo>
                  <a:pt x="51815" y="1689100"/>
                </a:lnTo>
                <a:lnTo>
                  <a:pt x="56387" y="1676400"/>
                </a:lnTo>
                <a:lnTo>
                  <a:pt x="59435" y="1651000"/>
                </a:lnTo>
                <a:lnTo>
                  <a:pt x="68579" y="1612900"/>
                </a:lnTo>
                <a:lnTo>
                  <a:pt x="77723" y="1562100"/>
                </a:lnTo>
                <a:lnTo>
                  <a:pt x="111251" y="1422400"/>
                </a:lnTo>
                <a:lnTo>
                  <a:pt x="115823" y="1409700"/>
                </a:lnTo>
                <a:lnTo>
                  <a:pt x="134111" y="1346200"/>
                </a:lnTo>
                <a:lnTo>
                  <a:pt x="138683" y="1333500"/>
                </a:lnTo>
                <a:lnTo>
                  <a:pt x="163067" y="1257300"/>
                </a:lnTo>
                <a:lnTo>
                  <a:pt x="170687" y="1219200"/>
                </a:lnTo>
                <a:lnTo>
                  <a:pt x="493775" y="1219200"/>
                </a:lnTo>
                <a:lnTo>
                  <a:pt x="486155" y="1231900"/>
                </a:lnTo>
                <a:lnTo>
                  <a:pt x="464819" y="1295400"/>
                </a:lnTo>
                <a:lnTo>
                  <a:pt x="461771" y="1295400"/>
                </a:lnTo>
                <a:lnTo>
                  <a:pt x="457707" y="1320800"/>
                </a:lnTo>
                <a:lnTo>
                  <a:pt x="455675" y="1320800"/>
                </a:lnTo>
                <a:lnTo>
                  <a:pt x="443483" y="1358900"/>
                </a:lnTo>
                <a:lnTo>
                  <a:pt x="438911" y="1371600"/>
                </a:lnTo>
                <a:lnTo>
                  <a:pt x="426719" y="1409700"/>
                </a:lnTo>
                <a:lnTo>
                  <a:pt x="428243" y="1409700"/>
                </a:lnTo>
                <a:lnTo>
                  <a:pt x="416051" y="1447800"/>
                </a:lnTo>
                <a:lnTo>
                  <a:pt x="417575" y="1447800"/>
                </a:lnTo>
                <a:lnTo>
                  <a:pt x="396239" y="1524000"/>
                </a:lnTo>
                <a:lnTo>
                  <a:pt x="397764" y="1524000"/>
                </a:lnTo>
                <a:lnTo>
                  <a:pt x="391667" y="1536700"/>
                </a:lnTo>
                <a:lnTo>
                  <a:pt x="393191" y="1536700"/>
                </a:lnTo>
                <a:lnTo>
                  <a:pt x="387096" y="1562100"/>
                </a:lnTo>
                <a:lnTo>
                  <a:pt x="388619" y="1562100"/>
                </a:lnTo>
                <a:lnTo>
                  <a:pt x="367283" y="1651000"/>
                </a:lnTo>
                <a:lnTo>
                  <a:pt x="362711" y="1676400"/>
                </a:lnTo>
                <a:lnTo>
                  <a:pt x="359664" y="1689100"/>
                </a:lnTo>
                <a:lnTo>
                  <a:pt x="355091" y="1714500"/>
                </a:lnTo>
                <a:lnTo>
                  <a:pt x="348996" y="1752600"/>
                </a:lnTo>
                <a:lnTo>
                  <a:pt x="344423" y="1765300"/>
                </a:lnTo>
                <a:lnTo>
                  <a:pt x="345947" y="1765300"/>
                </a:lnTo>
                <a:lnTo>
                  <a:pt x="341375" y="1790700"/>
                </a:lnTo>
                <a:lnTo>
                  <a:pt x="335279" y="1828800"/>
                </a:lnTo>
                <a:lnTo>
                  <a:pt x="333755" y="1841500"/>
                </a:lnTo>
                <a:lnTo>
                  <a:pt x="324611" y="1905000"/>
                </a:lnTo>
                <a:lnTo>
                  <a:pt x="320039" y="1943100"/>
                </a:lnTo>
                <a:lnTo>
                  <a:pt x="316991" y="1981200"/>
                </a:lnTo>
                <a:lnTo>
                  <a:pt x="313943" y="1993900"/>
                </a:lnTo>
                <a:lnTo>
                  <a:pt x="306323" y="2095500"/>
                </a:lnTo>
                <a:lnTo>
                  <a:pt x="306323" y="2108200"/>
                </a:lnTo>
                <a:lnTo>
                  <a:pt x="303275" y="2146300"/>
                </a:lnTo>
                <a:lnTo>
                  <a:pt x="303275" y="2171700"/>
                </a:lnTo>
                <a:lnTo>
                  <a:pt x="301751" y="2184400"/>
                </a:lnTo>
                <a:lnTo>
                  <a:pt x="301751" y="2222500"/>
                </a:lnTo>
                <a:lnTo>
                  <a:pt x="300735" y="2247900"/>
                </a:lnTo>
                <a:lnTo>
                  <a:pt x="300228" y="2247900"/>
                </a:lnTo>
                <a:lnTo>
                  <a:pt x="300228" y="2324100"/>
                </a:lnTo>
                <a:lnTo>
                  <a:pt x="301751" y="2349500"/>
                </a:lnTo>
                <a:lnTo>
                  <a:pt x="301751" y="2387600"/>
                </a:lnTo>
                <a:lnTo>
                  <a:pt x="303275" y="2400300"/>
                </a:lnTo>
                <a:lnTo>
                  <a:pt x="303275" y="2425700"/>
                </a:lnTo>
                <a:lnTo>
                  <a:pt x="306323" y="2463800"/>
                </a:lnTo>
                <a:lnTo>
                  <a:pt x="306323" y="2476500"/>
                </a:lnTo>
                <a:lnTo>
                  <a:pt x="307847" y="2514600"/>
                </a:lnTo>
                <a:lnTo>
                  <a:pt x="308500" y="2514600"/>
                </a:lnTo>
                <a:lnTo>
                  <a:pt x="312419" y="2565400"/>
                </a:lnTo>
                <a:lnTo>
                  <a:pt x="312927" y="2565400"/>
                </a:lnTo>
                <a:lnTo>
                  <a:pt x="313943" y="2590800"/>
                </a:lnTo>
                <a:lnTo>
                  <a:pt x="316991" y="2603500"/>
                </a:lnTo>
                <a:lnTo>
                  <a:pt x="320039" y="2641600"/>
                </a:lnTo>
                <a:lnTo>
                  <a:pt x="324611" y="2679700"/>
                </a:lnTo>
                <a:lnTo>
                  <a:pt x="333755" y="2743200"/>
                </a:lnTo>
                <a:lnTo>
                  <a:pt x="335279" y="2755900"/>
                </a:lnTo>
                <a:lnTo>
                  <a:pt x="341375" y="2794000"/>
                </a:lnTo>
                <a:lnTo>
                  <a:pt x="345947" y="2819400"/>
                </a:lnTo>
                <a:lnTo>
                  <a:pt x="344423" y="2819400"/>
                </a:lnTo>
                <a:lnTo>
                  <a:pt x="348996" y="2832100"/>
                </a:lnTo>
                <a:lnTo>
                  <a:pt x="355091" y="2870200"/>
                </a:lnTo>
                <a:lnTo>
                  <a:pt x="359664" y="2895600"/>
                </a:lnTo>
                <a:lnTo>
                  <a:pt x="362711" y="2908300"/>
                </a:lnTo>
                <a:lnTo>
                  <a:pt x="364235" y="2908300"/>
                </a:lnTo>
                <a:lnTo>
                  <a:pt x="367283" y="2933700"/>
                </a:lnTo>
                <a:lnTo>
                  <a:pt x="370332" y="2933700"/>
                </a:lnTo>
                <a:lnTo>
                  <a:pt x="388619" y="3009900"/>
                </a:lnTo>
                <a:lnTo>
                  <a:pt x="387096" y="3009900"/>
                </a:lnTo>
                <a:lnTo>
                  <a:pt x="393191" y="3035300"/>
                </a:lnTo>
                <a:lnTo>
                  <a:pt x="391667" y="3035300"/>
                </a:lnTo>
                <a:lnTo>
                  <a:pt x="397764" y="3048000"/>
                </a:lnTo>
                <a:lnTo>
                  <a:pt x="396239" y="3048000"/>
                </a:lnTo>
                <a:lnTo>
                  <a:pt x="411479" y="3111500"/>
                </a:lnTo>
                <a:lnTo>
                  <a:pt x="417575" y="3124200"/>
                </a:lnTo>
                <a:lnTo>
                  <a:pt x="416051" y="3124200"/>
                </a:lnTo>
                <a:lnTo>
                  <a:pt x="428243" y="3162300"/>
                </a:lnTo>
                <a:lnTo>
                  <a:pt x="429767" y="3162300"/>
                </a:lnTo>
                <a:lnTo>
                  <a:pt x="438911" y="3200400"/>
                </a:lnTo>
                <a:lnTo>
                  <a:pt x="443483" y="3213100"/>
                </a:lnTo>
                <a:lnTo>
                  <a:pt x="467867" y="3289300"/>
                </a:lnTo>
                <a:lnTo>
                  <a:pt x="486155" y="3340100"/>
                </a:lnTo>
                <a:lnTo>
                  <a:pt x="493775" y="3352800"/>
                </a:lnTo>
                <a:lnTo>
                  <a:pt x="492251" y="3352800"/>
                </a:lnTo>
                <a:lnTo>
                  <a:pt x="499871" y="3378200"/>
                </a:lnTo>
                <a:lnTo>
                  <a:pt x="505967" y="3390900"/>
                </a:lnTo>
                <a:lnTo>
                  <a:pt x="513587" y="3416300"/>
                </a:lnTo>
                <a:lnTo>
                  <a:pt x="519683" y="3429000"/>
                </a:lnTo>
                <a:lnTo>
                  <a:pt x="534923" y="3467100"/>
                </a:lnTo>
                <a:lnTo>
                  <a:pt x="533400" y="3467100"/>
                </a:lnTo>
                <a:lnTo>
                  <a:pt x="548639" y="3505200"/>
                </a:lnTo>
                <a:lnTo>
                  <a:pt x="563879" y="3530600"/>
                </a:lnTo>
                <a:lnTo>
                  <a:pt x="586739" y="3581400"/>
                </a:lnTo>
                <a:lnTo>
                  <a:pt x="590549" y="3581400"/>
                </a:lnTo>
                <a:lnTo>
                  <a:pt x="594359" y="3594100"/>
                </a:lnTo>
                <a:lnTo>
                  <a:pt x="603503" y="3619500"/>
                </a:lnTo>
                <a:lnTo>
                  <a:pt x="601979" y="3619500"/>
                </a:lnTo>
                <a:lnTo>
                  <a:pt x="611123" y="3632200"/>
                </a:lnTo>
                <a:lnTo>
                  <a:pt x="618743" y="3657600"/>
                </a:lnTo>
                <a:lnTo>
                  <a:pt x="626364" y="3657600"/>
                </a:lnTo>
                <a:lnTo>
                  <a:pt x="644651" y="3695700"/>
                </a:lnTo>
                <a:lnTo>
                  <a:pt x="652271" y="3721100"/>
                </a:lnTo>
                <a:lnTo>
                  <a:pt x="661415" y="3733800"/>
                </a:lnTo>
                <a:lnTo>
                  <a:pt x="679703" y="3771900"/>
                </a:lnTo>
                <a:lnTo>
                  <a:pt x="687323" y="3771900"/>
                </a:lnTo>
                <a:lnTo>
                  <a:pt x="697991" y="3797300"/>
                </a:lnTo>
                <a:lnTo>
                  <a:pt x="696467" y="3797300"/>
                </a:lnTo>
                <a:lnTo>
                  <a:pt x="707135" y="3810000"/>
                </a:lnTo>
                <a:close/>
              </a:path>
              <a:path w="906779" h="4584700">
                <a:moveTo>
                  <a:pt x="461771" y="1308100"/>
                </a:moveTo>
                <a:lnTo>
                  <a:pt x="461771" y="1295400"/>
                </a:lnTo>
                <a:lnTo>
                  <a:pt x="464819" y="1295400"/>
                </a:lnTo>
                <a:lnTo>
                  <a:pt x="461771" y="1308100"/>
                </a:lnTo>
                <a:close/>
              </a:path>
              <a:path w="906779" h="4584700">
                <a:moveTo>
                  <a:pt x="455675" y="1333500"/>
                </a:moveTo>
                <a:lnTo>
                  <a:pt x="455675" y="1320800"/>
                </a:lnTo>
                <a:lnTo>
                  <a:pt x="457707" y="1320800"/>
                </a:lnTo>
                <a:lnTo>
                  <a:pt x="455675" y="1333500"/>
                </a:lnTo>
                <a:close/>
              </a:path>
              <a:path w="906779" h="4584700">
                <a:moveTo>
                  <a:pt x="308500" y="2514600"/>
                </a:moveTo>
                <a:lnTo>
                  <a:pt x="307847" y="2514600"/>
                </a:lnTo>
                <a:lnTo>
                  <a:pt x="307847" y="2501900"/>
                </a:lnTo>
                <a:lnTo>
                  <a:pt x="308500" y="2514600"/>
                </a:lnTo>
                <a:close/>
              </a:path>
              <a:path w="906779" h="4584700">
                <a:moveTo>
                  <a:pt x="312927" y="2565400"/>
                </a:moveTo>
                <a:lnTo>
                  <a:pt x="312419" y="2565400"/>
                </a:lnTo>
                <a:lnTo>
                  <a:pt x="312419" y="2552700"/>
                </a:lnTo>
                <a:lnTo>
                  <a:pt x="312927" y="2565400"/>
                </a:lnTo>
                <a:close/>
              </a:path>
              <a:path w="906779" h="4584700">
                <a:moveTo>
                  <a:pt x="364235" y="2908300"/>
                </a:moveTo>
                <a:lnTo>
                  <a:pt x="362711" y="2908300"/>
                </a:lnTo>
                <a:lnTo>
                  <a:pt x="362711" y="2895600"/>
                </a:lnTo>
                <a:lnTo>
                  <a:pt x="364235" y="2908300"/>
                </a:lnTo>
                <a:close/>
              </a:path>
              <a:path w="906779" h="4584700">
                <a:moveTo>
                  <a:pt x="368807" y="2933700"/>
                </a:moveTo>
                <a:lnTo>
                  <a:pt x="367283" y="2933700"/>
                </a:lnTo>
                <a:lnTo>
                  <a:pt x="367283" y="2921000"/>
                </a:lnTo>
                <a:lnTo>
                  <a:pt x="368807" y="2933700"/>
                </a:lnTo>
                <a:close/>
              </a:path>
              <a:path w="906779" h="4584700">
                <a:moveTo>
                  <a:pt x="906779" y="4584700"/>
                </a:moveTo>
                <a:lnTo>
                  <a:pt x="900683" y="4572000"/>
                </a:lnTo>
                <a:lnTo>
                  <a:pt x="859535" y="4533900"/>
                </a:lnTo>
                <a:lnTo>
                  <a:pt x="847343" y="4521200"/>
                </a:lnTo>
                <a:lnTo>
                  <a:pt x="819911" y="4495800"/>
                </a:lnTo>
                <a:lnTo>
                  <a:pt x="807719" y="4470400"/>
                </a:lnTo>
                <a:lnTo>
                  <a:pt x="780287" y="4445000"/>
                </a:lnTo>
                <a:lnTo>
                  <a:pt x="755903" y="4419600"/>
                </a:lnTo>
                <a:lnTo>
                  <a:pt x="742187" y="4394200"/>
                </a:lnTo>
                <a:lnTo>
                  <a:pt x="729996" y="4381500"/>
                </a:lnTo>
                <a:lnTo>
                  <a:pt x="705611" y="4343400"/>
                </a:lnTo>
                <a:lnTo>
                  <a:pt x="693419" y="4330700"/>
                </a:lnTo>
                <a:lnTo>
                  <a:pt x="679703" y="4318000"/>
                </a:lnTo>
                <a:lnTo>
                  <a:pt x="669035" y="4305300"/>
                </a:lnTo>
                <a:lnTo>
                  <a:pt x="656843" y="4279900"/>
                </a:lnTo>
                <a:lnTo>
                  <a:pt x="644651" y="4267200"/>
                </a:lnTo>
                <a:lnTo>
                  <a:pt x="620267" y="4229100"/>
                </a:lnTo>
                <a:lnTo>
                  <a:pt x="609600" y="4216400"/>
                </a:lnTo>
                <a:lnTo>
                  <a:pt x="585215" y="4191000"/>
                </a:lnTo>
                <a:lnTo>
                  <a:pt x="563879" y="4152900"/>
                </a:lnTo>
                <a:lnTo>
                  <a:pt x="551687" y="4140200"/>
                </a:lnTo>
                <a:lnTo>
                  <a:pt x="509015" y="4064000"/>
                </a:lnTo>
                <a:lnTo>
                  <a:pt x="487679" y="4038600"/>
                </a:lnTo>
                <a:lnTo>
                  <a:pt x="445007" y="3962400"/>
                </a:lnTo>
                <a:lnTo>
                  <a:pt x="435864" y="3949700"/>
                </a:lnTo>
                <a:lnTo>
                  <a:pt x="425196" y="3924300"/>
                </a:lnTo>
                <a:lnTo>
                  <a:pt x="416051" y="3911600"/>
                </a:lnTo>
                <a:lnTo>
                  <a:pt x="405383" y="3886200"/>
                </a:lnTo>
                <a:lnTo>
                  <a:pt x="368807" y="3810000"/>
                </a:lnTo>
                <a:lnTo>
                  <a:pt x="705611" y="3810000"/>
                </a:lnTo>
                <a:lnTo>
                  <a:pt x="716279" y="3822700"/>
                </a:lnTo>
                <a:lnTo>
                  <a:pt x="714755" y="3822700"/>
                </a:lnTo>
                <a:lnTo>
                  <a:pt x="725423" y="3848100"/>
                </a:lnTo>
                <a:lnTo>
                  <a:pt x="743711" y="3886200"/>
                </a:lnTo>
                <a:lnTo>
                  <a:pt x="752855" y="3886200"/>
                </a:lnTo>
                <a:lnTo>
                  <a:pt x="763523" y="3911600"/>
                </a:lnTo>
                <a:lnTo>
                  <a:pt x="772667" y="3924300"/>
                </a:lnTo>
                <a:lnTo>
                  <a:pt x="794003" y="3962400"/>
                </a:lnTo>
                <a:lnTo>
                  <a:pt x="803147" y="3962400"/>
                </a:lnTo>
                <a:lnTo>
                  <a:pt x="824483" y="4000500"/>
                </a:lnTo>
                <a:lnTo>
                  <a:pt x="822959" y="4000500"/>
                </a:lnTo>
                <a:lnTo>
                  <a:pt x="865632" y="4064000"/>
                </a:lnTo>
                <a:lnTo>
                  <a:pt x="876300" y="4076700"/>
                </a:lnTo>
                <a:lnTo>
                  <a:pt x="897635" y="4114800"/>
                </a:lnTo>
                <a:lnTo>
                  <a:pt x="906779" y="4114800"/>
                </a:lnTo>
                <a:lnTo>
                  <a:pt x="906779" y="4584700"/>
                </a:lnTo>
                <a:close/>
              </a:path>
              <a:path w="906779" h="4584700">
                <a:moveTo>
                  <a:pt x="749045" y="3886200"/>
                </a:moveTo>
                <a:lnTo>
                  <a:pt x="743711" y="3886200"/>
                </a:lnTo>
                <a:lnTo>
                  <a:pt x="743711" y="3873500"/>
                </a:lnTo>
                <a:lnTo>
                  <a:pt x="749045" y="3886200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3201" rIns="0" bIns="0" rtlCol="0" vert="horz">
            <a:spAutoFit/>
          </a:bodyPr>
          <a:lstStyle/>
          <a:p>
            <a:pPr marL="167640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IMPLEMENTATION</a:t>
            </a:r>
            <a:r>
              <a:rPr dirty="0" spc="-90"/>
              <a:t> </a:t>
            </a:r>
            <a:r>
              <a:rPr dirty="0" spc="-10"/>
              <a:t>SCREENSHOTS</a:t>
            </a:r>
          </a:p>
        </p:txBody>
      </p: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1852" y="1874520"/>
            <a:ext cx="8484107" cy="38420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31291" y="4664964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567" y="575332"/>
                </a:lnTo>
                <a:lnTo>
                  <a:pt x="197998" y="564367"/>
                </a:lnTo>
                <a:lnTo>
                  <a:pt x="156446" y="546818"/>
                </a:lnTo>
                <a:lnTo>
                  <a:pt x="118506" y="523280"/>
                </a:lnTo>
                <a:lnTo>
                  <a:pt x="84772" y="494347"/>
                </a:lnTo>
                <a:lnTo>
                  <a:pt x="55839" y="460613"/>
                </a:lnTo>
                <a:lnTo>
                  <a:pt x="32301" y="422673"/>
                </a:lnTo>
                <a:lnTo>
                  <a:pt x="14752" y="381121"/>
                </a:lnTo>
                <a:lnTo>
                  <a:pt x="3787" y="336552"/>
                </a:lnTo>
                <a:lnTo>
                  <a:pt x="0" y="289559"/>
                </a:lnTo>
                <a:lnTo>
                  <a:pt x="3787" y="242567"/>
                </a:lnTo>
                <a:lnTo>
                  <a:pt x="14752" y="197998"/>
                </a:lnTo>
                <a:lnTo>
                  <a:pt x="32301" y="156446"/>
                </a:lnTo>
                <a:lnTo>
                  <a:pt x="55839" y="118506"/>
                </a:lnTo>
                <a:lnTo>
                  <a:pt x="84772" y="84772"/>
                </a:lnTo>
                <a:lnTo>
                  <a:pt x="118506" y="55839"/>
                </a:lnTo>
                <a:lnTo>
                  <a:pt x="156446" y="32301"/>
                </a:lnTo>
                <a:lnTo>
                  <a:pt x="197998" y="14752"/>
                </a:lnTo>
                <a:lnTo>
                  <a:pt x="242567" y="3787"/>
                </a:lnTo>
                <a:lnTo>
                  <a:pt x="289559" y="0"/>
                </a:lnTo>
                <a:lnTo>
                  <a:pt x="336552" y="3787"/>
                </a:lnTo>
                <a:lnTo>
                  <a:pt x="381121" y="14752"/>
                </a:lnTo>
                <a:lnTo>
                  <a:pt x="422673" y="32301"/>
                </a:lnTo>
                <a:lnTo>
                  <a:pt x="460613" y="55839"/>
                </a:lnTo>
                <a:lnTo>
                  <a:pt x="494347" y="84772"/>
                </a:lnTo>
                <a:lnTo>
                  <a:pt x="523280" y="118506"/>
                </a:lnTo>
                <a:lnTo>
                  <a:pt x="546818" y="156446"/>
                </a:lnTo>
                <a:lnTo>
                  <a:pt x="564367" y="197998"/>
                </a:lnTo>
                <a:lnTo>
                  <a:pt x="575332" y="242567"/>
                </a:lnTo>
                <a:lnTo>
                  <a:pt x="579119" y="289559"/>
                </a:lnTo>
                <a:lnTo>
                  <a:pt x="575332" y="336552"/>
                </a:lnTo>
                <a:lnTo>
                  <a:pt x="564367" y="381121"/>
                </a:lnTo>
                <a:lnTo>
                  <a:pt x="546818" y="422673"/>
                </a:lnTo>
                <a:lnTo>
                  <a:pt x="523280" y="460613"/>
                </a:lnTo>
                <a:lnTo>
                  <a:pt x="494347" y="494347"/>
                </a:lnTo>
                <a:lnTo>
                  <a:pt x="460613" y="523280"/>
                </a:lnTo>
                <a:lnTo>
                  <a:pt x="422673" y="546818"/>
                </a:lnTo>
                <a:lnTo>
                  <a:pt x="381121" y="564367"/>
                </a:lnTo>
                <a:lnTo>
                  <a:pt x="336552" y="575332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7150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71500" y="1933955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9080"/>
                </a:lnTo>
                <a:lnTo>
                  <a:pt x="28870" y="253008"/>
                </a:lnTo>
                <a:lnTo>
                  <a:pt x="61228" y="287645"/>
                </a:lnTo>
                <a:lnTo>
                  <a:pt x="102217" y="310359"/>
                </a:lnTo>
                <a:lnTo>
                  <a:pt x="149351" y="318515"/>
                </a:lnTo>
                <a:lnTo>
                  <a:pt x="196327" y="310359"/>
                </a:lnTo>
                <a:lnTo>
                  <a:pt x="236939" y="287645"/>
                </a:lnTo>
                <a:lnTo>
                  <a:pt x="268845" y="253008"/>
                </a:lnTo>
                <a:lnTo>
                  <a:pt x="289706" y="209080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71500" y="31043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336"/>
                </a:lnTo>
                <a:lnTo>
                  <a:pt x="28870" y="251813"/>
                </a:lnTo>
                <a:lnTo>
                  <a:pt x="61228" y="286219"/>
                </a:lnTo>
                <a:lnTo>
                  <a:pt x="102217" y="308847"/>
                </a:lnTo>
                <a:lnTo>
                  <a:pt x="149351" y="316991"/>
                </a:lnTo>
                <a:lnTo>
                  <a:pt x="196327" y="308847"/>
                </a:lnTo>
                <a:lnTo>
                  <a:pt x="236939" y="286219"/>
                </a:lnTo>
                <a:lnTo>
                  <a:pt x="268845" y="251813"/>
                </a:lnTo>
                <a:lnTo>
                  <a:pt x="289706" y="208336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71500" y="232257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71500" y="3884676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6327" y="308994"/>
                </a:lnTo>
                <a:lnTo>
                  <a:pt x="236939" y="286658"/>
                </a:lnTo>
                <a:lnTo>
                  <a:pt x="268845" y="252471"/>
                </a:lnTo>
                <a:lnTo>
                  <a:pt x="289706" y="208922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71500" y="34945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336"/>
                </a:lnTo>
                <a:lnTo>
                  <a:pt x="28870" y="251813"/>
                </a:lnTo>
                <a:lnTo>
                  <a:pt x="61228" y="286219"/>
                </a:lnTo>
                <a:lnTo>
                  <a:pt x="102217" y="308847"/>
                </a:lnTo>
                <a:lnTo>
                  <a:pt x="149351" y="316991"/>
                </a:lnTo>
                <a:lnTo>
                  <a:pt x="196327" y="308847"/>
                </a:lnTo>
                <a:lnTo>
                  <a:pt x="236939" y="286219"/>
                </a:lnTo>
                <a:lnTo>
                  <a:pt x="268845" y="251813"/>
                </a:lnTo>
                <a:lnTo>
                  <a:pt x="289706" y="208336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71500" y="427482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6327" y="308994"/>
                </a:lnTo>
                <a:lnTo>
                  <a:pt x="236939" y="286658"/>
                </a:lnTo>
                <a:lnTo>
                  <a:pt x="268845" y="252471"/>
                </a:lnTo>
                <a:lnTo>
                  <a:pt x="289706" y="208922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7150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502347" y="2000445"/>
            <a:ext cx="436245" cy="3556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1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65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5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400" spc="-20" b="1">
                <a:solidFill>
                  <a:srgbClr val="001F60"/>
                </a:solidFill>
                <a:latin typeface="Tahoma"/>
                <a:cs typeface="Tahoma"/>
              </a:rPr>
              <a:t>8(A)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77696"/>
            <a:ext cx="548639" cy="140207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9886188" y="1699133"/>
            <a:ext cx="803275" cy="4356100"/>
          </a:xfrm>
          <a:custGeom>
            <a:avLst/>
            <a:gdLst/>
            <a:ahLst/>
            <a:cxnLst/>
            <a:rect l="l" t="t" r="r" b="b"/>
            <a:pathLst>
              <a:path w="803275" h="4356100">
                <a:moveTo>
                  <a:pt x="803147" y="4356100"/>
                </a:moveTo>
                <a:lnTo>
                  <a:pt x="794003" y="4343400"/>
                </a:lnTo>
                <a:lnTo>
                  <a:pt x="781811" y="4330700"/>
                </a:lnTo>
                <a:lnTo>
                  <a:pt x="768096" y="4305300"/>
                </a:lnTo>
                <a:lnTo>
                  <a:pt x="743711" y="4279900"/>
                </a:lnTo>
                <a:lnTo>
                  <a:pt x="729996" y="4267200"/>
                </a:lnTo>
                <a:lnTo>
                  <a:pt x="717803" y="4254500"/>
                </a:lnTo>
                <a:lnTo>
                  <a:pt x="693419" y="4216400"/>
                </a:lnTo>
                <a:lnTo>
                  <a:pt x="681227" y="4203700"/>
                </a:lnTo>
                <a:lnTo>
                  <a:pt x="656843" y="4165600"/>
                </a:lnTo>
                <a:lnTo>
                  <a:pt x="632459" y="4140200"/>
                </a:lnTo>
                <a:lnTo>
                  <a:pt x="621791" y="4114800"/>
                </a:lnTo>
                <a:lnTo>
                  <a:pt x="597407" y="4089400"/>
                </a:lnTo>
                <a:lnTo>
                  <a:pt x="586739" y="4076700"/>
                </a:lnTo>
                <a:lnTo>
                  <a:pt x="574547" y="4051300"/>
                </a:lnTo>
                <a:lnTo>
                  <a:pt x="553211" y="4025900"/>
                </a:lnTo>
                <a:lnTo>
                  <a:pt x="541019" y="4000500"/>
                </a:lnTo>
                <a:lnTo>
                  <a:pt x="498347" y="3924300"/>
                </a:lnTo>
                <a:lnTo>
                  <a:pt x="477011" y="3898900"/>
                </a:lnTo>
                <a:lnTo>
                  <a:pt x="455675" y="3860800"/>
                </a:lnTo>
                <a:lnTo>
                  <a:pt x="446532" y="3848100"/>
                </a:lnTo>
                <a:lnTo>
                  <a:pt x="435864" y="3835400"/>
                </a:lnTo>
                <a:lnTo>
                  <a:pt x="426719" y="3810000"/>
                </a:lnTo>
                <a:lnTo>
                  <a:pt x="416051" y="3797300"/>
                </a:lnTo>
                <a:lnTo>
                  <a:pt x="406907" y="3771900"/>
                </a:lnTo>
                <a:lnTo>
                  <a:pt x="396239" y="3759200"/>
                </a:lnTo>
                <a:lnTo>
                  <a:pt x="359664" y="3683000"/>
                </a:lnTo>
                <a:lnTo>
                  <a:pt x="332232" y="3632200"/>
                </a:lnTo>
                <a:lnTo>
                  <a:pt x="323087" y="3619500"/>
                </a:lnTo>
                <a:lnTo>
                  <a:pt x="315467" y="3594100"/>
                </a:lnTo>
                <a:lnTo>
                  <a:pt x="297179" y="3556000"/>
                </a:lnTo>
                <a:lnTo>
                  <a:pt x="289559" y="3543300"/>
                </a:lnTo>
                <a:lnTo>
                  <a:pt x="280415" y="3517900"/>
                </a:lnTo>
                <a:lnTo>
                  <a:pt x="257555" y="3467100"/>
                </a:lnTo>
                <a:lnTo>
                  <a:pt x="248411" y="3441700"/>
                </a:lnTo>
                <a:lnTo>
                  <a:pt x="233171" y="3403600"/>
                </a:lnTo>
                <a:lnTo>
                  <a:pt x="227075" y="3390900"/>
                </a:lnTo>
                <a:lnTo>
                  <a:pt x="204215" y="3327400"/>
                </a:lnTo>
                <a:lnTo>
                  <a:pt x="198119" y="3314700"/>
                </a:lnTo>
                <a:lnTo>
                  <a:pt x="190500" y="3289300"/>
                </a:lnTo>
                <a:lnTo>
                  <a:pt x="184403" y="3276600"/>
                </a:lnTo>
                <a:lnTo>
                  <a:pt x="176783" y="3251200"/>
                </a:lnTo>
                <a:lnTo>
                  <a:pt x="170687" y="3238500"/>
                </a:lnTo>
                <a:lnTo>
                  <a:pt x="121919" y="3073400"/>
                </a:lnTo>
                <a:lnTo>
                  <a:pt x="117347" y="3048000"/>
                </a:lnTo>
                <a:lnTo>
                  <a:pt x="111251" y="3035300"/>
                </a:lnTo>
                <a:lnTo>
                  <a:pt x="106679" y="3009900"/>
                </a:lnTo>
                <a:lnTo>
                  <a:pt x="100583" y="2997200"/>
                </a:lnTo>
                <a:lnTo>
                  <a:pt x="91439" y="2946400"/>
                </a:lnTo>
                <a:lnTo>
                  <a:pt x="64007" y="2832100"/>
                </a:lnTo>
                <a:lnTo>
                  <a:pt x="60959" y="2806700"/>
                </a:lnTo>
                <a:lnTo>
                  <a:pt x="56387" y="2781300"/>
                </a:lnTo>
                <a:lnTo>
                  <a:pt x="48767" y="2743200"/>
                </a:lnTo>
                <a:lnTo>
                  <a:pt x="42671" y="2705100"/>
                </a:lnTo>
                <a:lnTo>
                  <a:pt x="27432" y="2603500"/>
                </a:lnTo>
                <a:lnTo>
                  <a:pt x="22859" y="2552700"/>
                </a:lnTo>
                <a:lnTo>
                  <a:pt x="19811" y="2540000"/>
                </a:lnTo>
                <a:lnTo>
                  <a:pt x="18287" y="2514600"/>
                </a:lnTo>
                <a:lnTo>
                  <a:pt x="15239" y="2489200"/>
                </a:lnTo>
                <a:lnTo>
                  <a:pt x="4571" y="2349500"/>
                </a:lnTo>
                <a:lnTo>
                  <a:pt x="4571" y="2324100"/>
                </a:lnTo>
                <a:lnTo>
                  <a:pt x="1523" y="2286000"/>
                </a:lnTo>
                <a:lnTo>
                  <a:pt x="1523" y="2235200"/>
                </a:lnTo>
                <a:lnTo>
                  <a:pt x="0" y="2209800"/>
                </a:lnTo>
                <a:lnTo>
                  <a:pt x="0" y="2133600"/>
                </a:lnTo>
                <a:lnTo>
                  <a:pt x="1523" y="2108200"/>
                </a:lnTo>
                <a:lnTo>
                  <a:pt x="1523" y="2057400"/>
                </a:lnTo>
                <a:lnTo>
                  <a:pt x="4571" y="2019300"/>
                </a:lnTo>
                <a:lnTo>
                  <a:pt x="4571" y="1993900"/>
                </a:lnTo>
                <a:lnTo>
                  <a:pt x="15239" y="1854200"/>
                </a:lnTo>
                <a:lnTo>
                  <a:pt x="18287" y="1828800"/>
                </a:lnTo>
                <a:lnTo>
                  <a:pt x="19811" y="1803400"/>
                </a:lnTo>
                <a:lnTo>
                  <a:pt x="22859" y="1790700"/>
                </a:lnTo>
                <a:lnTo>
                  <a:pt x="24383" y="1765300"/>
                </a:lnTo>
                <a:lnTo>
                  <a:pt x="27432" y="1752600"/>
                </a:lnTo>
                <a:lnTo>
                  <a:pt x="36575" y="1676400"/>
                </a:lnTo>
                <a:lnTo>
                  <a:pt x="39623" y="1663700"/>
                </a:lnTo>
                <a:lnTo>
                  <a:pt x="45719" y="1612900"/>
                </a:lnTo>
                <a:lnTo>
                  <a:pt x="48767" y="1600200"/>
                </a:lnTo>
                <a:lnTo>
                  <a:pt x="53339" y="1574800"/>
                </a:lnTo>
                <a:lnTo>
                  <a:pt x="56387" y="1562100"/>
                </a:lnTo>
                <a:lnTo>
                  <a:pt x="60959" y="1536700"/>
                </a:lnTo>
                <a:lnTo>
                  <a:pt x="64007" y="1524000"/>
                </a:lnTo>
                <a:lnTo>
                  <a:pt x="73151" y="1473200"/>
                </a:lnTo>
                <a:lnTo>
                  <a:pt x="96011" y="1371600"/>
                </a:lnTo>
                <a:lnTo>
                  <a:pt x="100583" y="1346200"/>
                </a:lnTo>
                <a:lnTo>
                  <a:pt x="106679" y="1333500"/>
                </a:lnTo>
                <a:lnTo>
                  <a:pt x="111251" y="1308100"/>
                </a:lnTo>
                <a:lnTo>
                  <a:pt x="117347" y="1295400"/>
                </a:lnTo>
                <a:lnTo>
                  <a:pt x="121919" y="1270000"/>
                </a:lnTo>
                <a:lnTo>
                  <a:pt x="134111" y="1231900"/>
                </a:lnTo>
                <a:lnTo>
                  <a:pt x="158496" y="1143000"/>
                </a:lnTo>
                <a:lnTo>
                  <a:pt x="164591" y="1143000"/>
                </a:lnTo>
                <a:lnTo>
                  <a:pt x="176783" y="1092200"/>
                </a:lnTo>
                <a:lnTo>
                  <a:pt x="184403" y="1066800"/>
                </a:lnTo>
                <a:lnTo>
                  <a:pt x="190500" y="1054100"/>
                </a:lnTo>
                <a:lnTo>
                  <a:pt x="198119" y="1028700"/>
                </a:lnTo>
                <a:lnTo>
                  <a:pt x="204215" y="1016000"/>
                </a:lnTo>
                <a:lnTo>
                  <a:pt x="227075" y="952500"/>
                </a:lnTo>
                <a:lnTo>
                  <a:pt x="233171" y="939800"/>
                </a:lnTo>
                <a:lnTo>
                  <a:pt x="248411" y="901700"/>
                </a:lnTo>
                <a:lnTo>
                  <a:pt x="257555" y="876300"/>
                </a:lnTo>
                <a:lnTo>
                  <a:pt x="280415" y="825500"/>
                </a:lnTo>
                <a:lnTo>
                  <a:pt x="289559" y="800100"/>
                </a:lnTo>
                <a:lnTo>
                  <a:pt x="297179" y="787400"/>
                </a:lnTo>
                <a:lnTo>
                  <a:pt x="315467" y="749300"/>
                </a:lnTo>
                <a:lnTo>
                  <a:pt x="323087" y="723900"/>
                </a:lnTo>
                <a:lnTo>
                  <a:pt x="396239" y="584200"/>
                </a:lnTo>
                <a:lnTo>
                  <a:pt x="406907" y="571500"/>
                </a:lnTo>
                <a:lnTo>
                  <a:pt x="416051" y="546100"/>
                </a:lnTo>
                <a:lnTo>
                  <a:pt x="426719" y="533400"/>
                </a:lnTo>
                <a:lnTo>
                  <a:pt x="435864" y="520700"/>
                </a:lnTo>
                <a:lnTo>
                  <a:pt x="446532" y="495300"/>
                </a:lnTo>
                <a:lnTo>
                  <a:pt x="455675" y="482600"/>
                </a:lnTo>
                <a:lnTo>
                  <a:pt x="487679" y="419100"/>
                </a:lnTo>
                <a:lnTo>
                  <a:pt x="509015" y="393700"/>
                </a:lnTo>
                <a:lnTo>
                  <a:pt x="541019" y="342900"/>
                </a:lnTo>
                <a:lnTo>
                  <a:pt x="553211" y="330200"/>
                </a:lnTo>
                <a:lnTo>
                  <a:pt x="574547" y="292100"/>
                </a:lnTo>
                <a:lnTo>
                  <a:pt x="586739" y="266700"/>
                </a:lnTo>
                <a:lnTo>
                  <a:pt x="597407" y="266700"/>
                </a:lnTo>
                <a:lnTo>
                  <a:pt x="621791" y="228600"/>
                </a:lnTo>
                <a:lnTo>
                  <a:pt x="632459" y="203200"/>
                </a:lnTo>
                <a:lnTo>
                  <a:pt x="644651" y="190500"/>
                </a:lnTo>
                <a:lnTo>
                  <a:pt x="669035" y="152400"/>
                </a:lnTo>
                <a:lnTo>
                  <a:pt x="681227" y="152400"/>
                </a:lnTo>
                <a:lnTo>
                  <a:pt x="729996" y="76200"/>
                </a:lnTo>
                <a:lnTo>
                  <a:pt x="743711" y="63500"/>
                </a:lnTo>
                <a:lnTo>
                  <a:pt x="768096" y="38100"/>
                </a:lnTo>
                <a:lnTo>
                  <a:pt x="781811" y="12700"/>
                </a:lnTo>
                <a:lnTo>
                  <a:pt x="794003" y="0"/>
                </a:lnTo>
                <a:lnTo>
                  <a:pt x="803147" y="0"/>
                </a:lnTo>
                <a:lnTo>
                  <a:pt x="803147" y="495300"/>
                </a:lnTo>
                <a:lnTo>
                  <a:pt x="794003" y="508000"/>
                </a:lnTo>
                <a:lnTo>
                  <a:pt x="772667" y="533400"/>
                </a:lnTo>
                <a:lnTo>
                  <a:pt x="774191" y="533400"/>
                </a:lnTo>
                <a:lnTo>
                  <a:pt x="763523" y="558800"/>
                </a:lnTo>
                <a:lnTo>
                  <a:pt x="754379" y="571500"/>
                </a:lnTo>
                <a:lnTo>
                  <a:pt x="743711" y="584200"/>
                </a:lnTo>
                <a:lnTo>
                  <a:pt x="745235" y="584200"/>
                </a:lnTo>
                <a:lnTo>
                  <a:pt x="734567" y="609600"/>
                </a:lnTo>
                <a:lnTo>
                  <a:pt x="725423" y="609600"/>
                </a:lnTo>
                <a:lnTo>
                  <a:pt x="711707" y="647700"/>
                </a:lnTo>
                <a:lnTo>
                  <a:pt x="707135" y="647700"/>
                </a:lnTo>
                <a:lnTo>
                  <a:pt x="688847" y="685800"/>
                </a:lnTo>
                <a:lnTo>
                  <a:pt x="670559" y="711200"/>
                </a:lnTo>
                <a:lnTo>
                  <a:pt x="652271" y="749300"/>
                </a:lnTo>
                <a:lnTo>
                  <a:pt x="653796" y="749300"/>
                </a:lnTo>
                <a:lnTo>
                  <a:pt x="635507" y="774700"/>
                </a:lnTo>
                <a:lnTo>
                  <a:pt x="637032" y="774700"/>
                </a:lnTo>
                <a:lnTo>
                  <a:pt x="618743" y="812800"/>
                </a:lnTo>
                <a:lnTo>
                  <a:pt x="620267" y="812800"/>
                </a:lnTo>
                <a:lnTo>
                  <a:pt x="615695" y="825500"/>
                </a:lnTo>
                <a:lnTo>
                  <a:pt x="611123" y="825500"/>
                </a:lnTo>
                <a:lnTo>
                  <a:pt x="603503" y="838200"/>
                </a:lnTo>
                <a:lnTo>
                  <a:pt x="594359" y="863600"/>
                </a:lnTo>
                <a:lnTo>
                  <a:pt x="595883" y="863600"/>
                </a:lnTo>
                <a:lnTo>
                  <a:pt x="586739" y="876300"/>
                </a:lnTo>
                <a:lnTo>
                  <a:pt x="582929" y="889000"/>
                </a:lnTo>
                <a:lnTo>
                  <a:pt x="579119" y="889000"/>
                </a:lnTo>
                <a:lnTo>
                  <a:pt x="544829" y="977900"/>
                </a:lnTo>
                <a:lnTo>
                  <a:pt x="542543" y="977900"/>
                </a:lnTo>
                <a:lnTo>
                  <a:pt x="519683" y="1028700"/>
                </a:lnTo>
                <a:lnTo>
                  <a:pt x="521207" y="1028700"/>
                </a:lnTo>
                <a:lnTo>
                  <a:pt x="513587" y="1054100"/>
                </a:lnTo>
                <a:lnTo>
                  <a:pt x="505967" y="1066800"/>
                </a:lnTo>
                <a:lnTo>
                  <a:pt x="507491" y="1066800"/>
                </a:lnTo>
                <a:lnTo>
                  <a:pt x="499871" y="1079500"/>
                </a:lnTo>
                <a:lnTo>
                  <a:pt x="493775" y="1104900"/>
                </a:lnTo>
                <a:lnTo>
                  <a:pt x="486155" y="1117600"/>
                </a:lnTo>
                <a:lnTo>
                  <a:pt x="487679" y="1117600"/>
                </a:lnTo>
                <a:lnTo>
                  <a:pt x="480059" y="1143000"/>
                </a:lnTo>
                <a:lnTo>
                  <a:pt x="467867" y="1181100"/>
                </a:lnTo>
                <a:lnTo>
                  <a:pt x="449579" y="1219200"/>
                </a:lnTo>
                <a:lnTo>
                  <a:pt x="445007" y="1244600"/>
                </a:lnTo>
                <a:lnTo>
                  <a:pt x="432815" y="1282700"/>
                </a:lnTo>
                <a:lnTo>
                  <a:pt x="428243" y="1295400"/>
                </a:lnTo>
                <a:lnTo>
                  <a:pt x="422147" y="1320800"/>
                </a:lnTo>
                <a:lnTo>
                  <a:pt x="419861" y="1333500"/>
                </a:lnTo>
                <a:lnTo>
                  <a:pt x="417575" y="1333500"/>
                </a:lnTo>
                <a:lnTo>
                  <a:pt x="413511" y="1346200"/>
                </a:lnTo>
                <a:lnTo>
                  <a:pt x="413003" y="1346200"/>
                </a:lnTo>
                <a:lnTo>
                  <a:pt x="406907" y="1371600"/>
                </a:lnTo>
                <a:lnTo>
                  <a:pt x="374903" y="1498600"/>
                </a:lnTo>
                <a:lnTo>
                  <a:pt x="371855" y="1524000"/>
                </a:lnTo>
                <a:lnTo>
                  <a:pt x="359664" y="1574800"/>
                </a:lnTo>
                <a:lnTo>
                  <a:pt x="355091" y="1600200"/>
                </a:lnTo>
                <a:lnTo>
                  <a:pt x="356615" y="1600200"/>
                </a:lnTo>
                <a:lnTo>
                  <a:pt x="352043" y="1612900"/>
                </a:lnTo>
                <a:lnTo>
                  <a:pt x="327659" y="1765300"/>
                </a:lnTo>
                <a:lnTo>
                  <a:pt x="326135" y="1790700"/>
                </a:lnTo>
                <a:lnTo>
                  <a:pt x="323087" y="1803400"/>
                </a:lnTo>
                <a:lnTo>
                  <a:pt x="321564" y="1828800"/>
                </a:lnTo>
                <a:lnTo>
                  <a:pt x="318515" y="1841500"/>
                </a:lnTo>
                <a:lnTo>
                  <a:pt x="313943" y="1905000"/>
                </a:lnTo>
                <a:lnTo>
                  <a:pt x="310896" y="1917700"/>
                </a:lnTo>
                <a:lnTo>
                  <a:pt x="307847" y="1955800"/>
                </a:lnTo>
                <a:lnTo>
                  <a:pt x="309371" y="1955800"/>
                </a:lnTo>
                <a:lnTo>
                  <a:pt x="304800" y="2019300"/>
                </a:lnTo>
                <a:lnTo>
                  <a:pt x="304800" y="2032000"/>
                </a:lnTo>
                <a:lnTo>
                  <a:pt x="303275" y="2057400"/>
                </a:lnTo>
                <a:lnTo>
                  <a:pt x="303275" y="2070100"/>
                </a:lnTo>
                <a:lnTo>
                  <a:pt x="301751" y="2095500"/>
                </a:lnTo>
                <a:lnTo>
                  <a:pt x="301751" y="2247900"/>
                </a:lnTo>
                <a:lnTo>
                  <a:pt x="303275" y="2273300"/>
                </a:lnTo>
                <a:lnTo>
                  <a:pt x="303275" y="2286000"/>
                </a:lnTo>
                <a:lnTo>
                  <a:pt x="304800" y="2311400"/>
                </a:lnTo>
                <a:lnTo>
                  <a:pt x="304800" y="2324100"/>
                </a:lnTo>
                <a:lnTo>
                  <a:pt x="309371" y="2387600"/>
                </a:lnTo>
                <a:lnTo>
                  <a:pt x="307847" y="2387600"/>
                </a:lnTo>
                <a:lnTo>
                  <a:pt x="310896" y="2425700"/>
                </a:lnTo>
                <a:lnTo>
                  <a:pt x="313943" y="2438400"/>
                </a:lnTo>
                <a:lnTo>
                  <a:pt x="315467" y="2476500"/>
                </a:lnTo>
                <a:lnTo>
                  <a:pt x="315975" y="2476500"/>
                </a:lnTo>
                <a:lnTo>
                  <a:pt x="316991" y="2489200"/>
                </a:lnTo>
                <a:lnTo>
                  <a:pt x="317499" y="2489200"/>
                </a:lnTo>
                <a:lnTo>
                  <a:pt x="318515" y="2514600"/>
                </a:lnTo>
                <a:lnTo>
                  <a:pt x="321564" y="2527300"/>
                </a:lnTo>
                <a:lnTo>
                  <a:pt x="322071" y="2527300"/>
                </a:lnTo>
                <a:lnTo>
                  <a:pt x="323087" y="2552700"/>
                </a:lnTo>
                <a:lnTo>
                  <a:pt x="326135" y="2565400"/>
                </a:lnTo>
                <a:lnTo>
                  <a:pt x="326643" y="2565400"/>
                </a:lnTo>
                <a:lnTo>
                  <a:pt x="327659" y="2590800"/>
                </a:lnTo>
                <a:lnTo>
                  <a:pt x="342900" y="2679700"/>
                </a:lnTo>
                <a:lnTo>
                  <a:pt x="344119" y="2679700"/>
                </a:lnTo>
                <a:lnTo>
                  <a:pt x="348996" y="2717800"/>
                </a:lnTo>
                <a:lnTo>
                  <a:pt x="350011" y="2717800"/>
                </a:lnTo>
                <a:lnTo>
                  <a:pt x="352043" y="2743200"/>
                </a:lnTo>
                <a:lnTo>
                  <a:pt x="355091" y="2743200"/>
                </a:lnTo>
                <a:lnTo>
                  <a:pt x="359664" y="2781300"/>
                </a:lnTo>
                <a:lnTo>
                  <a:pt x="362711" y="2781300"/>
                </a:lnTo>
                <a:lnTo>
                  <a:pt x="371855" y="2819400"/>
                </a:lnTo>
                <a:lnTo>
                  <a:pt x="374903" y="2844800"/>
                </a:lnTo>
                <a:lnTo>
                  <a:pt x="406907" y="2971800"/>
                </a:lnTo>
                <a:lnTo>
                  <a:pt x="413003" y="2997200"/>
                </a:lnTo>
                <a:lnTo>
                  <a:pt x="411479" y="2997200"/>
                </a:lnTo>
                <a:lnTo>
                  <a:pt x="417575" y="3009900"/>
                </a:lnTo>
                <a:lnTo>
                  <a:pt x="422147" y="3035300"/>
                </a:lnTo>
                <a:lnTo>
                  <a:pt x="425195" y="3035300"/>
                </a:lnTo>
                <a:lnTo>
                  <a:pt x="428243" y="3048000"/>
                </a:lnTo>
                <a:lnTo>
                  <a:pt x="432815" y="3060700"/>
                </a:lnTo>
                <a:lnTo>
                  <a:pt x="445007" y="3098800"/>
                </a:lnTo>
                <a:lnTo>
                  <a:pt x="449579" y="3124200"/>
                </a:lnTo>
                <a:lnTo>
                  <a:pt x="461771" y="3162300"/>
                </a:lnTo>
                <a:lnTo>
                  <a:pt x="480059" y="3200400"/>
                </a:lnTo>
                <a:lnTo>
                  <a:pt x="487679" y="3225800"/>
                </a:lnTo>
                <a:lnTo>
                  <a:pt x="486155" y="3225800"/>
                </a:lnTo>
                <a:lnTo>
                  <a:pt x="493775" y="3238500"/>
                </a:lnTo>
                <a:lnTo>
                  <a:pt x="499871" y="3263900"/>
                </a:lnTo>
                <a:lnTo>
                  <a:pt x="507491" y="3276600"/>
                </a:lnTo>
                <a:lnTo>
                  <a:pt x="505967" y="3276600"/>
                </a:lnTo>
                <a:lnTo>
                  <a:pt x="513587" y="3302000"/>
                </a:lnTo>
                <a:lnTo>
                  <a:pt x="517397" y="3302000"/>
                </a:lnTo>
                <a:lnTo>
                  <a:pt x="521207" y="3314700"/>
                </a:lnTo>
                <a:lnTo>
                  <a:pt x="519683" y="3314700"/>
                </a:lnTo>
                <a:lnTo>
                  <a:pt x="542543" y="3365500"/>
                </a:lnTo>
                <a:lnTo>
                  <a:pt x="541019" y="3365500"/>
                </a:lnTo>
                <a:lnTo>
                  <a:pt x="548639" y="3378200"/>
                </a:lnTo>
                <a:lnTo>
                  <a:pt x="579119" y="3454400"/>
                </a:lnTo>
                <a:lnTo>
                  <a:pt x="586739" y="3467100"/>
                </a:lnTo>
                <a:lnTo>
                  <a:pt x="595883" y="3479800"/>
                </a:lnTo>
                <a:lnTo>
                  <a:pt x="594359" y="3479800"/>
                </a:lnTo>
                <a:lnTo>
                  <a:pt x="603503" y="3505200"/>
                </a:lnTo>
                <a:lnTo>
                  <a:pt x="611123" y="3517900"/>
                </a:lnTo>
                <a:lnTo>
                  <a:pt x="620267" y="3530600"/>
                </a:lnTo>
                <a:lnTo>
                  <a:pt x="618743" y="3530600"/>
                </a:lnTo>
                <a:lnTo>
                  <a:pt x="637032" y="3568700"/>
                </a:lnTo>
                <a:lnTo>
                  <a:pt x="635507" y="3568700"/>
                </a:lnTo>
                <a:lnTo>
                  <a:pt x="653796" y="3594100"/>
                </a:lnTo>
                <a:lnTo>
                  <a:pt x="652271" y="3594100"/>
                </a:lnTo>
                <a:lnTo>
                  <a:pt x="670559" y="3632200"/>
                </a:lnTo>
                <a:lnTo>
                  <a:pt x="697991" y="3683000"/>
                </a:lnTo>
                <a:lnTo>
                  <a:pt x="716279" y="3708400"/>
                </a:lnTo>
                <a:lnTo>
                  <a:pt x="734567" y="3746500"/>
                </a:lnTo>
                <a:lnTo>
                  <a:pt x="745235" y="3759200"/>
                </a:lnTo>
                <a:lnTo>
                  <a:pt x="743711" y="3759200"/>
                </a:lnTo>
                <a:lnTo>
                  <a:pt x="754379" y="3771900"/>
                </a:lnTo>
                <a:lnTo>
                  <a:pt x="763523" y="3797300"/>
                </a:lnTo>
                <a:lnTo>
                  <a:pt x="774191" y="3810000"/>
                </a:lnTo>
                <a:lnTo>
                  <a:pt x="772667" y="3810000"/>
                </a:lnTo>
                <a:lnTo>
                  <a:pt x="794003" y="3835400"/>
                </a:lnTo>
                <a:lnTo>
                  <a:pt x="803147" y="3848100"/>
                </a:lnTo>
                <a:lnTo>
                  <a:pt x="803147" y="4356100"/>
                </a:lnTo>
                <a:close/>
              </a:path>
              <a:path w="803275" h="4356100">
                <a:moveTo>
                  <a:pt x="611123" y="838200"/>
                </a:moveTo>
                <a:lnTo>
                  <a:pt x="611123" y="825500"/>
                </a:lnTo>
                <a:lnTo>
                  <a:pt x="615695" y="825500"/>
                </a:lnTo>
                <a:lnTo>
                  <a:pt x="611123" y="838200"/>
                </a:lnTo>
                <a:close/>
              </a:path>
              <a:path w="803275" h="4356100">
                <a:moveTo>
                  <a:pt x="579119" y="901700"/>
                </a:moveTo>
                <a:lnTo>
                  <a:pt x="579119" y="889000"/>
                </a:lnTo>
                <a:lnTo>
                  <a:pt x="582929" y="889000"/>
                </a:lnTo>
                <a:lnTo>
                  <a:pt x="579119" y="901700"/>
                </a:lnTo>
                <a:close/>
              </a:path>
              <a:path w="803275" h="4356100">
                <a:moveTo>
                  <a:pt x="541019" y="990600"/>
                </a:moveTo>
                <a:lnTo>
                  <a:pt x="542543" y="977900"/>
                </a:lnTo>
                <a:lnTo>
                  <a:pt x="544829" y="977900"/>
                </a:lnTo>
                <a:lnTo>
                  <a:pt x="541019" y="990600"/>
                </a:lnTo>
                <a:close/>
              </a:path>
              <a:path w="803275" h="4356100">
                <a:moveTo>
                  <a:pt x="411479" y="1358900"/>
                </a:moveTo>
                <a:lnTo>
                  <a:pt x="413003" y="1346200"/>
                </a:lnTo>
                <a:lnTo>
                  <a:pt x="413511" y="1346200"/>
                </a:lnTo>
                <a:lnTo>
                  <a:pt x="411479" y="1358900"/>
                </a:lnTo>
                <a:close/>
              </a:path>
              <a:path w="803275" h="4356100">
                <a:moveTo>
                  <a:pt x="315975" y="2476500"/>
                </a:moveTo>
                <a:lnTo>
                  <a:pt x="315467" y="2476500"/>
                </a:lnTo>
                <a:lnTo>
                  <a:pt x="315467" y="2463800"/>
                </a:lnTo>
                <a:lnTo>
                  <a:pt x="315975" y="2476500"/>
                </a:lnTo>
                <a:close/>
              </a:path>
              <a:path w="803275" h="4356100">
                <a:moveTo>
                  <a:pt x="317499" y="2489200"/>
                </a:moveTo>
                <a:lnTo>
                  <a:pt x="316991" y="2489200"/>
                </a:lnTo>
                <a:lnTo>
                  <a:pt x="316991" y="2476500"/>
                </a:lnTo>
                <a:lnTo>
                  <a:pt x="317499" y="2489200"/>
                </a:lnTo>
                <a:close/>
              </a:path>
              <a:path w="803275" h="4356100">
                <a:moveTo>
                  <a:pt x="322071" y="2527300"/>
                </a:moveTo>
                <a:lnTo>
                  <a:pt x="321564" y="2527300"/>
                </a:lnTo>
                <a:lnTo>
                  <a:pt x="321564" y="2514600"/>
                </a:lnTo>
                <a:lnTo>
                  <a:pt x="322071" y="2527300"/>
                </a:lnTo>
                <a:close/>
              </a:path>
              <a:path w="803275" h="4356100">
                <a:moveTo>
                  <a:pt x="326643" y="2565400"/>
                </a:moveTo>
                <a:lnTo>
                  <a:pt x="326135" y="2565400"/>
                </a:lnTo>
                <a:lnTo>
                  <a:pt x="326135" y="2552700"/>
                </a:lnTo>
                <a:lnTo>
                  <a:pt x="326643" y="2565400"/>
                </a:lnTo>
                <a:close/>
              </a:path>
              <a:path w="803275" h="4356100">
                <a:moveTo>
                  <a:pt x="344119" y="2679700"/>
                </a:moveTo>
                <a:lnTo>
                  <a:pt x="342900" y="2679700"/>
                </a:lnTo>
                <a:lnTo>
                  <a:pt x="342900" y="2667000"/>
                </a:lnTo>
                <a:lnTo>
                  <a:pt x="344119" y="2679700"/>
                </a:lnTo>
                <a:close/>
              </a:path>
              <a:path w="803275" h="4356100">
                <a:moveTo>
                  <a:pt x="350011" y="2717800"/>
                </a:moveTo>
                <a:lnTo>
                  <a:pt x="348996" y="2717800"/>
                </a:lnTo>
                <a:lnTo>
                  <a:pt x="348996" y="2705100"/>
                </a:lnTo>
                <a:lnTo>
                  <a:pt x="350011" y="2717800"/>
                </a:lnTo>
                <a:close/>
              </a:path>
              <a:path w="803275" h="4356100">
                <a:moveTo>
                  <a:pt x="361187" y="2781300"/>
                </a:moveTo>
                <a:lnTo>
                  <a:pt x="359664" y="2781300"/>
                </a:lnTo>
                <a:lnTo>
                  <a:pt x="359664" y="2768600"/>
                </a:lnTo>
                <a:lnTo>
                  <a:pt x="361187" y="2781300"/>
                </a:lnTo>
                <a:close/>
              </a:path>
              <a:path w="803275" h="4356100">
                <a:moveTo>
                  <a:pt x="425195" y="3035300"/>
                </a:moveTo>
                <a:lnTo>
                  <a:pt x="422147" y="3035300"/>
                </a:lnTo>
                <a:lnTo>
                  <a:pt x="422147" y="3022600"/>
                </a:lnTo>
                <a:lnTo>
                  <a:pt x="425195" y="3035300"/>
                </a:lnTo>
                <a:close/>
              </a:path>
              <a:path w="803275" h="4356100">
                <a:moveTo>
                  <a:pt x="517397" y="3302000"/>
                </a:moveTo>
                <a:lnTo>
                  <a:pt x="513587" y="3302000"/>
                </a:lnTo>
                <a:lnTo>
                  <a:pt x="513587" y="3289300"/>
                </a:lnTo>
                <a:lnTo>
                  <a:pt x="517397" y="3302000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3201" rIns="0" bIns="0" rtlCol="0" vert="horz">
            <a:spAutoFit/>
          </a:bodyPr>
          <a:lstStyle/>
          <a:p>
            <a:pPr marL="167640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IMPLEMENTATION</a:t>
            </a:r>
            <a:r>
              <a:rPr dirty="0" spc="-90"/>
              <a:t> </a:t>
            </a:r>
            <a:r>
              <a:rPr dirty="0" spc="-10"/>
              <a:t>SCREENSHOTS</a:t>
            </a:r>
          </a:p>
        </p:txBody>
      </p: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280" y="2116836"/>
            <a:ext cx="8668512" cy="30403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31291" y="4664964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567" y="575332"/>
                </a:lnTo>
                <a:lnTo>
                  <a:pt x="197998" y="564367"/>
                </a:lnTo>
                <a:lnTo>
                  <a:pt x="156446" y="546818"/>
                </a:lnTo>
                <a:lnTo>
                  <a:pt x="118506" y="523280"/>
                </a:lnTo>
                <a:lnTo>
                  <a:pt x="84772" y="494347"/>
                </a:lnTo>
                <a:lnTo>
                  <a:pt x="55839" y="460613"/>
                </a:lnTo>
                <a:lnTo>
                  <a:pt x="32301" y="422673"/>
                </a:lnTo>
                <a:lnTo>
                  <a:pt x="14752" y="381121"/>
                </a:lnTo>
                <a:lnTo>
                  <a:pt x="3787" y="336552"/>
                </a:lnTo>
                <a:lnTo>
                  <a:pt x="0" y="289559"/>
                </a:lnTo>
                <a:lnTo>
                  <a:pt x="3787" y="242567"/>
                </a:lnTo>
                <a:lnTo>
                  <a:pt x="14752" y="197998"/>
                </a:lnTo>
                <a:lnTo>
                  <a:pt x="32301" y="156446"/>
                </a:lnTo>
                <a:lnTo>
                  <a:pt x="55839" y="118506"/>
                </a:lnTo>
                <a:lnTo>
                  <a:pt x="84772" y="84772"/>
                </a:lnTo>
                <a:lnTo>
                  <a:pt x="118506" y="55839"/>
                </a:lnTo>
                <a:lnTo>
                  <a:pt x="156446" y="32301"/>
                </a:lnTo>
                <a:lnTo>
                  <a:pt x="197998" y="14752"/>
                </a:lnTo>
                <a:lnTo>
                  <a:pt x="242567" y="3787"/>
                </a:lnTo>
                <a:lnTo>
                  <a:pt x="289559" y="0"/>
                </a:lnTo>
                <a:lnTo>
                  <a:pt x="336552" y="3787"/>
                </a:lnTo>
                <a:lnTo>
                  <a:pt x="381121" y="14752"/>
                </a:lnTo>
                <a:lnTo>
                  <a:pt x="422673" y="32301"/>
                </a:lnTo>
                <a:lnTo>
                  <a:pt x="460613" y="55839"/>
                </a:lnTo>
                <a:lnTo>
                  <a:pt x="494347" y="84772"/>
                </a:lnTo>
                <a:lnTo>
                  <a:pt x="523280" y="118506"/>
                </a:lnTo>
                <a:lnTo>
                  <a:pt x="546818" y="156446"/>
                </a:lnTo>
                <a:lnTo>
                  <a:pt x="564367" y="197998"/>
                </a:lnTo>
                <a:lnTo>
                  <a:pt x="575332" y="242567"/>
                </a:lnTo>
                <a:lnTo>
                  <a:pt x="579119" y="289559"/>
                </a:lnTo>
                <a:lnTo>
                  <a:pt x="575332" y="336552"/>
                </a:lnTo>
                <a:lnTo>
                  <a:pt x="564367" y="381121"/>
                </a:lnTo>
                <a:lnTo>
                  <a:pt x="546818" y="422673"/>
                </a:lnTo>
                <a:lnTo>
                  <a:pt x="523280" y="460613"/>
                </a:lnTo>
                <a:lnTo>
                  <a:pt x="494347" y="494347"/>
                </a:lnTo>
                <a:lnTo>
                  <a:pt x="460613" y="523280"/>
                </a:lnTo>
                <a:lnTo>
                  <a:pt x="422673" y="546818"/>
                </a:lnTo>
                <a:lnTo>
                  <a:pt x="381121" y="564367"/>
                </a:lnTo>
                <a:lnTo>
                  <a:pt x="336552" y="575332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7150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71500" y="1933955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9080"/>
                </a:lnTo>
                <a:lnTo>
                  <a:pt x="28870" y="253008"/>
                </a:lnTo>
                <a:lnTo>
                  <a:pt x="61228" y="287645"/>
                </a:lnTo>
                <a:lnTo>
                  <a:pt x="102217" y="310359"/>
                </a:lnTo>
                <a:lnTo>
                  <a:pt x="149351" y="318515"/>
                </a:lnTo>
                <a:lnTo>
                  <a:pt x="196327" y="310359"/>
                </a:lnTo>
                <a:lnTo>
                  <a:pt x="236939" y="287645"/>
                </a:lnTo>
                <a:lnTo>
                  <a:pt x="268845" y="253008"/>
                </a:lnTo>
                <a:lnTo>
                  <a:pt x="289706" y="209080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71500" y="31043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336"/>
                </a:lnTo>
                <a:lnTo>
                  <a:pt x="28870" y="251813"/>
                </a:lnTo>
                <a:lnTo>
                  <a:pt x="61228" y="286219"/>
                </a:lnTo>
                <a:lnTo>
                  <a:pt x="102217" y="308847"/>
                </a:lnTo>
                <a:lnTo>
                  <a:pt x="149351" y="316991"/>
                </a:lnTo>
                <a:lnTo>
                  <a:pt x="196327" y="308847"/>
                </a:lnTo>
                <a:lnTo>
                  <a:pt x="236939" y="286219"/>
                </a:lnTo>
                <a:lnTo>
                  <a:pt x="268845" y="251813"/>
                </a:lnTo>
                <a:lnTo>
                  <a:pt x="289706" y="208336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71500" y="232257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71500" y="3884676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6327" y="308994"/>
                </a:lnTo>
                <a:lnTo>
                  <a:pt x="236939" y="286658"/>
                </a:lnTo>
                <a:lnTo>
                  <a:pt x="268845" y="252471"/>
                </a:lnTo>
                <a:lnTo>
                  <a:pt x="289706" y="208922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71500" y="34945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336"/>
                </a:lnTo>
                <a:lnTo>
                  <a:pt x="28870" y="251813"/>
                </a:lnTo>
                <a:lnTo>
                  <a:pt x="61228" y="286219"/>
                </a:lnTo>
                <a:lnTo>
                  <a:pt x="102217" y="308847"/>
                </a:lnTo>
                <a:lnTo>
                  <a:pt x="149351" y="316991"/>
                </a:lnTo>
                <a:lnTo>
                  <a:pt x="196327" y="308847"/>
                </a:lnTo>
                <a:lnTo>
                  <a:pt x="236939" y="286219"/>
                </a:lnTo>
                <a:lnTo>
                  <a:pt x="268845" y="251813"/>
                </a:lnTo>
                <a:lnTo>
                  <a:pt x="289706" y="208336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71500" y="427482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6327" y="308994"/>
                </a:lnTo>
                <a:lnTo>
                  <a:pt x="236939" y="286658"/>
                </a:lnTo>
                <a:lnTo>
                  <a:pt x="268845" y="252471"/>
                </a:lnTo>
                <a:lnTo>
                  <a:pt x="289706" y="208922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7150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508583" y="2000445"/>
            <a:ext cx="423545" cy="3556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1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65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5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400" spc="-20" b="1">
                <a:solidFill>
                  <a:srgbClr val="001F60"/>
                </a:solidFill>
                <a:latin typeface="Tahoma"/>
                <a:cs typeface="Tahoma"/>
              </a:rPr>
              <a:t>8(B)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77696"/>
            <a:ext cx="548639" cy="140207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9886188" y="1699133"/>
            <a:ext cx="803275" cy="4356100"/>
          </a:xfrm>
          <a:custGeom>
            <a:avLst/>
            <a:gdLst/>
            <a:ahLst/>
            <a:cxnLst/>
            <a:rect l="l" t="t" r="r" b="b"/>
            <a:pathLst>
              <a:path w="803275" h="4356100">
                <a:moveTo>
                  <a:pt x="803147" y="4356100"/>
                </a:moveTo>
                <a:lnTo>
                  <a:pt x="794003" y="4343400"/>
                </a:lnTo>
                <a:lnTo>
                  <a:pt x="781811" y="4330700"/>
                </a:lnTo>
                <a:lnTo>
                  <a:pt x="768096" y="4305300"/>
                </a:lnTo>
                <a:lnTo>
                  <a:pt x="743711" y="4279900"/>
                </a:lnTo>
                <a:lnTo>
                  <a:pt x="729996" y="4267200"/>
                </a:lnTo>
                <a:lnTo>
                  <a:pt x="717803" y="4254500"/>
                </a:lnTo>
                <a:lnTo>
                  <a:pt x="693419" y="4216400"/>
                </a:lnTo>
                <a:lnTo>
                  <a:pt x="681227" y="4203700"/>
                </a:lnTo>
                <a:lnTo>
                  <a:pt x="656843" y="4165600"/>
                </a:lnTo>
                <a:lnTo>
                  <a:pt x="632459" y="4140200"/>
                </a:lnTo>
                <a:lnTo>
                  <a:pt x="621791" y="4114800"/>
                </a:lnTo>
                <a:lnTo>
                  <a:pt x="597407" y="4089400"/>
                </a:lnTo>
                <a:lnTo>
                  <a:pt x="586739" y="4076700"/>
                </a:lnTo>
                <a:lnTo>
                  <a:pt x="574547" y="4051300"/>
                </a:lnTo>
                <a:lnTo>
                  <a:pt x="553211" y="4025900"/>
                </a:lnTo>
                <a:lnTo>
                  <a:pt x="541019" y="4000500"/>
                </a:lnTo>
                <a:lnTo>
                  <a:pt x="498347" y="3924300"/>
                </a:lnTo>
                <a:lnTo>
                  <a:pt x="477011" y="3898900"/>
                </a:lnTo>
                <a:lnTo>
                  <a:pt x="455675" y="3860800"/>
                </a:lnTo>
                <a:lnTo>
                  <a:pt x="446532" y="3848100"/>
                </a:lnTo>
                <a:lnTo>
                  <a:pt x="435864" y="3835400"/>
                </a:lnTo>
                <a:lnTo>
                  <a:pt x="426719" y="3810000"/>
                </a:lnTo>
                <a:lnTo>
                  <a:pt x="416051" y="3797300"/>
                </a:lnTo>
                <a:lnTo>
                  <a:pt x="406907" y="3771900"/>
                </a:lnTo>
                <a:lnTo>
                  <a:pt x="396239" y="3759200"/>
                </a:lnTo>
                <a:lnTo>
                  <a:pt x="359664" y="3683000"/>
                </a:lnTo>
                <a:lnTo>
                  <a:pt x="332232" y="3632200"/>
                </a:lnTo>
                <a:lnTo>
                  <a:pt x="323087" y="3619500"/>
                </a:lnTo>
                <a:lnTo>
                  <a:pt x="315467" y="3594100"/>
                </a:lnTo>
                <a:lnTo>
                  <a:pt x="297179" y="3556000"/>
                </a:lnTo>
                <a:lnTo>
                  <a:pt x="289559" y="3543300"/>
                </a:lnTo>
                <a:lnTo>
                  <a:pt x="280415" y="3517900"/>
                </a:lnTo>
                <a:lnTo>
                  <a:pt x="257555" y="3467100"/>
                </a:lnTo>
                <a:lnTo>
                  <a:pt x="248411" y="3441700"/>
                </a:lnTo>
                <a:lnTo>
                  <a:pt x="233171" y="3403600"/>
                </a:lnTo>
                <a:lnTo>
                  <a:pt x="227075" y="3390900"/>
                </a:lnTo>
                <a:lnTo>
                  <a:pt x="204215" y="3327400"/>
                </a:lnTo>
                <a:lnTo>
                  <a:pt x="198119" y="3314700"/>
                </a:lnTo>
                <a:lnTo>
                  <a:pt x="190500" y="3289300"/>
                </a:lnTo>
                <a:lnTo>
                  <a:pt x="184403" y="3276600"/>
                </a:lnTo>
                <a:lnTo>
                  <a:pt x="176783" y="3251200"/>
                </a:lnTo>
                <a:lnTo>
                  <a:pt x="170687" y="3238500"/>
                </a:lnTo>
                <a:lnTo>
                  <a:pt x="121919" y="3073400"/>
                </a:lnTo>
                <a:lnTo>
                  <a:pt x="117347" y="3048000"/>
                </a:lnTo>
                <a:lnTo>
                  <a:pt x="111251" y="3035300"/>
                </a:lnTo>
                <a:lnTo>
                  <a:pt x="106679" y="3009900"/>
                </a:lnTo>
                <a:lnTo>
                  <a:pt x="100583" y="2997200"/>
                </a:lnTo>
                <a:lnTo>
                  <a:pt x="91439" y="2946400"/>
                </a:lnTo>
                <a:lnTo>
                  <a:pt x="64007" y="2832100"/>
                </a:lnTo>
                <a:lnTo>
                  <a:pt x="60959" y="2806700"/>
                </a:lnTo>
                <a:lnTo>
                  <a:pt x="56387" y="2781300"/>
                </a:lnTo>
                <a:lnTo>
                  <a:pt x="48767" y="2743200"/>
                </a:lnTo>
                <a:lnTo>
                  <a:pt x="42671" y="2705100"/>
                </a:lnTo>
                <a:lnTo>
                  <a:pt x="27432" y="2603500"/>
                </a:lnTo>
                <a:lnTo>
                  <a:pt x="22859" y="2552700"/>
                </a:lnTo>
                <a:lnTo>
                  <a:pt x="19811" y="2540000"/>
                </a:lnTo>
                <a:lnTo>
                  <a:pt x="18287" y="2514600"/>
                </a:lnTo>
                <a:lnTo>
                  <a:pt x="15239" y="2489200"/>
                </a:lnTo>
                <a:lnTo>
                  <a:pt x="4571" y="2349500"/>
                </a:lnTo>
                <a:lnTo>
                  <a:pt x="4571" y="2324100"/>
                </a:lnTo>
                <a:lnTo>
                  <a:pt x="1523" y="2286000"/>
                </a:lnTo>
                <a:lnTo>
                  <a:pt x="1523" y="2235200"/>
                </a:lnTo>
                <a:lnTo>
                  <a:pt x="0" y="2209800"/>
                </a:lnTo>
                <a:lnTo>
                  <a:pt x="0" y="2133600"/>
                </a:lnTo>
                <a:lnTo>
                  <a:pt x="1523" y="2108200"/>
                </a:lnTo>
                <a:lnTo>
                  <a:pt x="1523" y="2057400"/>
                </a:lnTo>
                <a:lnTo>
                  <a:pt x="4571" y="2019300"/>
                </a:lnTo>
                <a:lnTo>
                  <a:pt x="4571" y="1993900"/>
                </a:lnTo>
                <a:lnTo>
                  <a:pt x="15239" y="1854200"/>
                </a:lnTo>
                <a:lnTo>
                  <a:pt x="18287" y="1828800"/>
                </a:lnTo>
                <a:lnTo>
                  <a:pt x="19811" y="1803400"/>
                </a:lnTo>
                <a:lnTo>
                  <a:pt x="22859" y="1790700"/>
                </a:lnTo>
                <a:lnTo>
                  <a:pt x="24383" y="1765300"/>
                </a:lnTo>
                <a:lnTo>
                  <a:pt x="27432" y="1752600"/>
                </a:lnTo>
                <a:lnTo>
                  <a:pt x="36575" y="1676400"/>
                </a:lnTo>
                <a:lnTo>
                  <a:pt x="39623" y="1663700"/>
                </a:lnTo>
                <a:lnTo>
                  <a:pt x="45719" y="1612900"/>
                </a:lnTo>
                <a:lnTo>
                  <a:pt x="48767" y="1600200"/>
                </a:lnTo>
                <a:lnTo>
                  <a:pt x="53339" y="1574800"/>
                </a:lnTo>
                <a:lnTo>
                  <a:pt x="56387" y="1562100"/>
                </a:lnTo>
                <a:lnTo>
                  <a:pt x="60959" y="1536700"/>
                </a:lnTo>
                <a:lnTo>
                  <a:pt x="64007" y="1524000"/>
                </a:lnTo>
                <a:lnTo>
                  <a:pt x="73151" y="1473200"/>
                </a:lnTo>
                <a:lnTo>
                  <a:pt x="96011" y="1371600"/>
                </a:lnTo>
                <a:lnTo>
                  <a:pt x="100583" y="1346200"/>
                </a:lnTo>
                <a:lnTo>
                  <a:pt x="106679" y="1333500"/>
                </a:lnTo>
                <a:lnTo>
                  <a:pt x="111251" y="1308100"/>
                </a:lnTo>
                <a:lnTo>
                  <a:pt x="117347" y="1295400"/>
                </a:lnTo>
                <a:lnTo>
                  <a:pt x="121919" y="1270000"/>
                </a:lnTo>
                <a:lnTo>
                  <a:pt x="134111" y="1231900"/>
                </a:lnTo>
                <a:lnTo>
                  <a:pt x="158496" y="1143000"/>
                </a:lnTo>
                <a:lnTo>
                  <a:pt x="164591" y="1143000"/>
                </a:lnTo>
                <a:lnTo>
                  <a:pt x="176783" y="1092200"/>
                </a:lnTo>
                <a:lnTo>
                  <a:pt x="184403" y="1066800"/>
                </a:lnTo>
                <a:lnTo>
                  <a:pt x="190500" y="1054100"/>
                </a:lnTo>
                <a:lnTo>
                  <a:pt x="198119" y="1028700"/>
                </a:lnTo>
                <a:lnTo>
                  <a:pt x="204215" y="1016000"/>
                </a:lnTo>
                <a:lnTo>
                  <a:pt x="227075" y="952500"/>
                </a:lnTo>
                <a:lnTo>
                  <a:pt x="233171" y="939800"/>
                </a:lnTo>
                <a:lnTo>
                  <a:pt x="248411" y="901700"/>
                </a:lnTo>
                <a:lnTo>
                  <a:pt x="257555" y="876300"/>
                </a:lnTo>
                <a:lnTo>
                  <a:pt x="280415" y="825500"/>
                </a:lnTo>
                <a:lnTo>
                  <a:pt x="289559" y="800100"/>
                </a:lnTo>
                <a:lnTo>
                  <a:pt x="297179" y="787400"/>
                </a:lnTo>
                <a:lnTo>
                  <a:pt x="315467" y="749300"/>
                </a:lnTo>
                <a:lnTo>
                  <a:pt x="323087" y="723900"/>
                </a:lnTo>
                <a:lnTo>
                  <a:pt x="396239" y="584200"/>
                </a:lnTo>
                <a:lnTo>
                  <a:pt x="406907" y="571500"/>
                </a:lnTo>
                <a:lnTo>
                  <a:pt x="416051" y="546100"/>
                </a:lnTo>
                <a:lnTo>
                  <a:pt x="426719" y="533400"/>
                </a:lnTo>
                <a:lnTo>
                  <a:pt x="435864" y="520700"/>
                </a:lnTo>
                <a:lnTo>
                  <a:pt x="446532" y="495300"/>
                </a:lnTo>
                <a:lnTo>
                  <a:pt x="455675" y="482600"/>
                </a:lnTo>
                <a:lnTo>
                  <a:pt x="487679" y="419100"/>
                </a:lnTo>
                <a:lnTo>
                  <a:pt x="509015" y="393700"/>
                </a:lnTo>
                <a:lnTo>
                  <a:pt x="541019" y="342900"/>
                </a:lnTo>
                <a:lnTo>
                  <a:pt x="553211" y="330200"/>
                </a:lnTo>
                <a:lnTo>
                  <a:pt x="574547" y="292100"/>
                </a:lnTo>
                <a:lnTo>
                  <a:pt x="586739" y="266700"/>
                </a:lnTo>
                <a:lnTo>
                  <a:pt x="597407" y="266700"/>
                </a:lnTo>
                <a:lnTo>
                  <a:pt x="621791" y="228600"/>
                </a:lnTo>
                <a:lnTo>
                  <a:pt x="632459" y="203200"/>
                </a:lnTo>
                <a:lnTo>
                  <a:pt x="644651" y="190500"/>
                </a:lnTo>
                <a:lnTo>
                  <a:pt x="669035" y="152400"/>
                </a:lnTo>
                <a:lnTo>
                  <a:pt x="681227" y="152400"/>
                </a:lnTo>
                <a:lnTo>
                  <a:pt x="729996" y="76200"/>
                </a:lnTo>
                <a:lnTo>
                  <a:pt x="743711" y="63500"/>
                </a:lnTo>
                <a:lnTo>
                  <a:pt x="768096" y="38100"/>
                </a:lnTo>
                <a:lnTo>
                  <a:pt x="781811" y="12700"/>
                </a:lnTo>
                <a:lnTo>
                  <a:pt x="794003" y="0"/>
                </a:lnTo>
                <a:lnTo>
                  <a:pt x="803147" y="0"/>
                </a:lnTo>
                <a:lnTo>
                  <a:pt x="803147" y="495300"/>
                </a:lnTo>
                <a:lnTo>
                  <a:pt x="794003" y="508000"/>
                </a:lnTo>
                <a:lnTo>
                  <a:pt x="772667" y="533400"/>
                </a:lnTo>
                <a:lnTo>
                  <a:pt x="774191" y="533400"/>
                </a:lnTo>
                <a:lnTo>
                  <a:pt x="763523" y="558800"/>
                </a:lnTo>
                <a:lnTo>
                  <a:pt x="754379" y="571500"/>
                </a:lnTo>
                <a:lnTo>
                  <a:pt x="743711" y="584200"/>
                </a:lnTo>
                <a:lnTo>
                  <a:pt x="745235" y="584200"/>
                </a:lnTo>
                <a:lnTo>
                  <a:pt x="734567" y="609600"/>
                </a:lnTo>
                <a:lnTo>
                  <a:pt x="725423" y="609600"/>
                </a:lnTo>
                <a:lnTo>
                  <a:pt x="711707" y="647700"/>
                </a:lnTo>
                <a:lnTo>
                  <a:pt x="707135" y="647700"/>
                </a:lnTo>
                <a:lnTo>
                  <a:pt x="688847" y="685800"/>
                </a:lnTo>
                <a:lnTo>
                  <a:pt x="670559" y="711200"/>
                </a:lnTo>
                <a:lnTo>
                  <a:pt x="652271" y="749300"/>
                </a:lnTo>
                <a:lnTo>
                  <a:pt x="653796" y="749300"/>
                </a:lnTo>
                <a:lnTo>
                  <a:pt x="635507" y="774700"/>
                </a:lnTo>
                <a:lnTo>
                  <a:pt x="637032" y="774700"/>
                </a:lnTo>
                <a:lnTo>
                  <a:pt x="618743" y="812800"/>
                </a:lnTo>
                <a:lnTo>
                  <a:pt x="620267" y="812800"/>
                </a:lnTo>
                <a:lnTo>
                  <a:pt x="615695" y="825500"/>
                </a:lnTo>
                <a:lnTo>
                  <a:pt x="611123" y="825500"/>
                </a:lnTo>
                <a:lnTo>
                  <a:pt x="603503" y="838200"/>
                </a:lnTo>
                <a:lnTo>
                  <a:pt x="594359" y="863600"/>
                </a:lnTo>
                <a:lnTo>
                  <a:pt x="595883" y="863600"/>
                </a:lnTo>
                <a:lnTo>
                  <a:pt x="586739" y="876300"/>
                </a:lnTo>
                <a:lnTo>
                  <a:pt x="582929" y="889000"/>
                </a:lnTo>
                <a:lnTo>
                  <a:pt x="579119" y="889000"/>
                </a:lnTo>
                <a:lnTo>
                  <a:pt x="544829" y="977900"/>
                </a:lnTo>
                <a:lnTo>
                  <a:pt x="542543" y="977900"/>
                </a:lnTo>
                <a:lnTo>
                  <a:pt x="519683" y="1028700"/>
                </a:lnTo>
                <a:lnTo>
                  <a:pt x="521207" y="1028700"/>
                </a:lnTo>
                <a:lnTo>
                  <a:pt x="513587" y="1054100"/>
                </a:lnTo>
                <a:lnTo>
                  <a:pt x="505967" y="1066800"/>
                </a:lnTo>
                <a:lnTo>
                  <a:pt x="507491" y="1066800"/>
                </a:lnTo>
                <a:lnTo>
                  <a:pt x="499871" y="1079500"/>
                </a:lnTo>
                <a:lnTo>
                  <a:pt x="493775" y="1104900"/>
                </a:lnTo>
                <a:lnTo>
                  <a:pt x="486155" y="1117600"/>
                </a:lnTo>
                <a:lnTo>
                  <a:pt x="487679" y="1117600"/>
                </a:lnTo>
                <a:lnTo>
                  <a:pt x="480059" y="1143000"/>
                </a:lnTo>
                <a:lnTo>
                  <a:pt x="467867" y="1181100"/>
                </a:lnTo>
                <a:lnTo>
                  <a:pt x="449579" y="1219200"/>
                </a:lnTo>
                <a:lnTo>
                  <a:pt x="445007" y="1244600"/>
                </a:lnTo>
                <a:lnTo>
                  <a:pt x="432815" y="1282700"/>
                </a:lnTo>
                <a:lnTo>
                  <a:pt x="428243" y="1295400"/>
                </a:lnTo>
                <a:lnTo>
                  <a:pt x="422147" y="1320800"/>
                </a:lnTo>
                <a:lnTo>
                  <a:pt x="419861" y="1333500"/>
                </a:lnTo>
                <a:lnTo>
                  <a:pt x="417575" y="1333500"/>
                </a:lnTo>
                <a:lnTo>
                  <a:pt x="413511" y="1346200"/>
                </a:lnTo>
                <a:lnTo>
                  <a:pt x="413003" y="1346200"/>
                </a:lnTo>
                <a:lnTo>
                  <a:pt x="406907" y="1371600"/>
                </a:lnTo>
                <a:lnTo>
                  <a:pt x="374903" y="1498600"/>
                </a:lnTo>
                <a:lnTo>
                  <a:pt x="371855" y="1524000"/>
                </a:lnTo>
                <a:lnTo>
                  <a:pt x="359664" y="1574800"/>
                </a:lnTo>
                <a:lnTo>
                  <a:pt x="355091" y="1600200"/>
                </a:lnTo>
                <a:lnTo>
                  <a:pt x="356615" y="1600200"/>
                </a:lnTo>
                <a:lnTo>
                  <a:pt x="352043" y="1612900"/>
                </a:lnTo>
                <a:lnTo>
                  <a:pt x="327659" y="1765300"/>
                </a:lnTo>
                <a:lnTo>
                  <a:pt x="326135" y="1790700"/>
                </a:lnTo>
                <a:lnTo>
                  <a:pt x="323087" y="1803400"/>
                </a:lnTo>
                <a:lnTo>
                  <a:pt x="321564" y="1828800"/>
                </a:lnTo>
                <a:lnTo>
                  <a:pt x="318515" y="1841500"/>
                </a:lnTo>
                <a:lnTo>
                  <a:pt x="313943" y="1905000"/>
                </a:lnTo>
                <a:lnTo>
                  <a:pt x="310896" y="1917700"/>
                </a:lnTo>
                <a:lnTo>
                  <a:pt x="307847" y="1955800"/>
                </a:lnTo>
                <a:lnTo>
                  <a:pt x="309371" y="1955800"/>
                </a:lnTo>
                <a:lnTo>
                  <a:pt x="304800" y="2019300"/>
                </a:lnTo>
                <a:lnTo>
                  <a:pt x="304800" y="2032000"/>
                </a:lnTo>
                <a:lnTo>
                  <a:pt x="303275" y="2057400"/>
                </a:lnTo>
                <a:lnTo>
                  <a:pt x="303275" y="2070100"/>
                </a:lnTo>
                <a:lnTo>
                  <a:pt x="301751" y="2095500"/>
                </a:lnTo>
                <a:lnTo>
                  <a:pt x="301751" y="2247900"/>
                </a:lnTo>
                <a:lnTo>
                  <a:pt x="303275" y="2273300"/>
                </a:lnTo>
                <a:lnTo>
                  <a:pt x="303275" y="2286000"/>
                </a:lnTo>
                <a:lnTo>
                  <a:pt x="304800" y="2311400"/>
                </a:lnTo>
                <a:lnTo>
                  <a:pt x="304800" y="2324100"/>
                </a:lnTo>
                <a:lnTo>
                  <a:pt x="309371" y="2387600"/>
                </a:lnTo>
                <a:lnTo>
                  <a:pt x="307847" y="2387600"/>
                </a:lnTo>
                <a:lnTo>
                  <a:pt x="310896" y="2425700"/>
                </a:lnTo>
                <a:lnTo>
                  <a:pt x="313943" y="2438400"/>
                </a:lnTo>
                <a:lnTo>
                  <a:pt x="315467" y="2476500"/>
                </a:lnTo>
                <a:lnTo>
                  <a:pt x="315975" y="2476500"/>
                </a:lnTo>
                <a:lnTo>
                  <a:pt x="316991" y="2489200"/>
                </a:lnTo>
                <a:lnTo>
                  <a:pt x="317499" y="2489200"/>
                </a:lnTo>
                <a:lnTo>
                  <a:pt x="318515" y="2514600"/>
                </a:lnTo>
                <a:lnTo>
                  <a:pt x="321564" y="2527300"/>
                </a:lnTo>
                <a:lnTo>
                  <a:pt x="322071" y="2527300"/>
                </a:lnTo>
                <a:lnTo>
                  <a:pt x="323087" y="2552700"/>
                </a:lnTo>
                <a:lnTo>
                  <a:pt x="326135" y="2565400"/>
                </a:lnTo>
                <a:lnTo>
                  <a:pt x="326643" y="2565400"/>
                </a:lnTo>
                <a:lnTo>
                  <a:pt x="327659" y="2590800"/>
                </a:lnTo>
                <a:lnTo>
                  <a:pt x="342900" y="2679700"/>
                </a:lnTo>
                <a:lnTo>
                  <a:pt x="344119" y="2679700"/>
                </a:lnTo>
                <a:lnTo>
                  <a:pt x="348996" y="2717800"/>
                </a:lnTo>
                <a:lnTo>
                  <a:pt x="350011" y="2717800"/>
                </a:lnTo>
                <a:lnTo>
                  <a:pt x="352043" y="2743200"/>
                </a:lnTo>
                <a:lnTo>
                  <a:pt x="355091" y="2743200"/>
                </a:lnTo>
                <a:lnTo>
                  <a:pt x="359664" y="2781300"/>
                </a:lnTo>
                <a:lnTo>
                  <a:pt x="362711" y="2781300"/>
                </a:lnTo>
                <a:lnTo>
                  <a:pt x="371855" y="2819400"/>
                </a:lnTo>
                <a:lnTo>
                  <a:pt x="374903" y="2844800"/>
                </a:lnTo>
                <a:lnTo>
                  <a:pt x="406907" y="2971800"/>
                </a:lnTo>
                <a:lnTo>
                  <a:pt x="413003" y="2997200"/>
                </a:lnTo>
                <a:lnTo>
                  <a:pt x="411479" y="2997200"/>
                </a:lnTo>
                <a:lnTo>
                  <a:pt x="417575" y="3009900"/>
                </a:lnTo>
                <a:lnTo>
                  <a:pt x="422147" y="3035300"/>
                </a:lnTo>
                <a:lnTo>
                  <a:pt x="425195" y="3035300"/>
                </a:lnTo>
                <a:lnTo>
                  <a:pt x="428243" y="3048000"/>
                </a:lnTo>
                <a:lnTo>
                  <a:pt x="432815" y="3060700"/>
                </a:lnTo>
                <a:lnTo>
                  <a:pt x="445007" y="3098800"/>
                </a:lnTo>
                <a:lnTo>
                  <a:pt x="449579" y="3124200"/>
                </a:lnTo>
                <a:lnTo>
                  <a:pt x="461771" y="3162300"/>
                </a:lnTo>
                <a:lnTo>
                  <a:pt x="480059" y="3200400"/>
                </a:lnTo>
                <a:lnTo>
                  <a:pt x="487679" y="3225800"/>
                </a:lnTo>
                <a:lnTo>
                  <a:pt x="486155" y="3225800"/>
                </a:lnTo>
                <a:lnTo>
                  <a:pt x="493775" y="3238500"/>
                </a:lnTo>
                <a:lnTo>
                  <a:pt x="499871" y="3263900"/>
                </a:lnTo>
                <a:lnTo>
                  <a:pt x="507491" y="3276600"/>
                </a:lnTo>
                <a:lnTo>
                  <a:pt x="505967" y="3276600"/>
                </a:lnTo>
                <a:lnTo>
                  <a:pt x="513587" y="3302000"/>
                </a:lnTo>
                <a:lnTo>
                  <a:pt x="517397" y="3302000"/>
                </a:lnTo>
                <a:lnTo>
                  <a:pt x="521207" y="3314700"/>
                </a:lnTo>
                <a:lnTo>
                  <a:pt x="519683" y="3314700"/>
                </a:lnTo>
                <a:lnTo>
                  <a:pt x="542543" y="3365500"/>
                </a:lnTo>
                <a:lnTo>
                  <a:pt x="541019" y="3365500"/>
                </a:lnTo>
                <a:lnTo>
                  <a:pt x="548639" y="3378200"/>
                </a:lnTo>
                <a:lnTo>
                  <a:pt x="579119" y="3454400"/>
                </a:lnTo>
                <a:lnTo>
                  <a:pt x="586739" y="3467100"/>
                </a:lnTo>
                <a:lnTo>
                  <a:pt x="595883" y="3479800"/>
                </a:lnTo>
                <a:lnTo>
                  <a:pt x="594359" y="3479800"/>
                </a:lnTo>
                <a:lnTo>
                  <a:pt x="603503" y="3505200"/>
                </a:lnTo>
                <a:lnTo>
                  <a:pt x="611123" y="3517900"/>
                </a:lnTo>
                <a:lnTo>
                  <a:pt x="620267" y="3530600"/>
                </a:lnTo>
                <a:lnTo>
                  <a:pt x="618743" y="3530600"/>
                </a:lnTo>
                <a:lnTo>
                  <a:pt x="637032" y="3568700"/>
                </a:lnTo>
                <a:lnTo>
                  <a:pt x="635507" y="3568700"/>
                </a:lnTo>
                <a:lnTo>
                  <a:pt x="653796" y="3594100"/>
                </a:lnTo>
                <a:lnTo>
                  <a:pt x="652271" y="3594100"/>
                </a:lnTo>
                <a:lnTo>
                  <a:pt x="670559" y="3632200"/>
                </a:lnTo>
                <a:lnTo>
                  <a:pt x="697991" y="3683000"/>
                </a:lnTo>
                <a:lnTo>
                  <a:pt x="716279" y="3708400"/>
                </a:lnTo>
                <a:lnTo>
                  <a:pt x="734567" y="3746500"/>
                </a:lnTo>
                <a:lnTo>
                  <a:pt x="745235" y="3759200"/>
                </a:lnTo>
                <a:lnTo>
                  <a:pt x="743711" y="3759200"/>
                </a:lnTo>
                <a:lnTo>
                  <a:pt x="754379" y="3771900"/>
                </a:lnTo>
                <a:lnTo>
                  <a:pt x="763523" y="3797300"/>
                </a:lnTo>
                <a:lnTo>
                  <a:pt x="774191" y="3810000"/>
                </a:lnTo>
                <a:lnTo>
                  <a:pt x="772667" y="3810000"/>
                </a:lnTo>
                <a:lnTo>
                  <a:pt x="794003" y="3835400"/>
                </a:lnTo>
                <a:lnTo>
                  <a:pt x="803147" y="3848100"/>
                </a:lnTo>
                <a:lnTo>
                  <a:pt x="803147" y="4356100"/>
                </a:lnTo>
                <a:close/>
              </a:path>
              <a:path w="803275" h="4356100">
                <a:moveTo>
                  <a:pt x="611123" y="838200"/>
                </a:moveTo>
                <a:lnTo>
                  <a:pt x="611123" y="825500"/>
                </a:lnTo>
                <a:lnTo>
                  <a:pt x="615695" y="825500"/>
                </a:lnTo>
                <a:lnTo>
                  <a:pt x="611123" y="838200"/>
                </a:lnTo>
                <a:close/>
              </a:path>
              <a:path w="803275" h="4356100">
                <a:moveTo>
                  <a:pt x="579119" y="901700"/>
                </a:moveTo>
                <a:lnTo>
                  <a:pt x="579119" y="889000"/>
                </a:lnTo>
                <a:lnTo>
                  <a:pt x="582929" y="889000"/>
                </a:lnTo>
                <a:lnTo>
                  <a:pt x="579119" y="901700"/>
                </a:lnTo>
                <a:close/>
              </a:path>
              <a:path w="803275" h="4356100">
                <a:moveTo>
                  <a:pt x="541019" y="990600"/>
                </a:moveTo>
                <a:lnTo>
                  <a:pt x="542543" y="977900"/>
                </a:lnTo>
                <a:lnTo>
                  <a:pt x="544829" y="977900"/>
                </a:lnTo>
                <a:lnTo>
                  <a:pt x="541019" y="990600"/>
                </a:lnTo>
                <a:close/>
              </a:path>
              <a:path w="803275" h="4356100">
                <a:moveTo>
                  <a:pt x="411479" y="1358900"/>
                </a:moveTo>
                <a:lnTo>
                  <a:pt x="413003" y="1346200"/>
                </a:lnTo>
                <a:lnTo>
                  <a:pt x="413511" y="1346200"/>
                </a:lnTo>
                <a:lnTo>
                  <a:pt x="411479" y="1358900"/>
                </a:lnTo>
                <a:close/>
              </a:path>
              <a:path w="803275" h="4356100">
                <a:moveTo>
                  <a:pt x="315975" y="2476500"/>
                </a:moveTo>
                <a:lnTo>
                  <a:pt x="315467" y="2476500"/>
                </a:lnTo>
                <a:lnTo>
                  <a:pt x="315467" y="2463800"/>
                </a:lnTo>
                <a:lnTo>
                  <a:pt x="315975" y="2476500"/>
                </a:lnTo>
                <a:close/>
              </a:path>
              <a:path w="803275" h="4356100">
                <a:moveTo>
                  <a:pt x="317499" y="2489200"/>
                </a:moveTo>
                <a:lnTo>
                  <a:pt x="316991" y="2489200"/>
                </a:lnTo>
                <a:lnTo>
                  <a:pt x="316991" y="2476500"/>
                </a:lnTo>
                <a:lnTo>
                  <a:pt x="317499" y="2489200"/>
                </a:lnTo>
                <a:close/>
              </a:path>
              <a:path w="803275" h="4356100">
                <a:moveTo>
                  <a:pt x="322071" y="2527300"/>
                </a:moveTo>
                <a:lnTo>
                  <a:pt x="321564" y="2527300"/>
                </a:lnTo>
                <a:lnTo>
                  <a:pt x="321564" y="2514600"/>
                </a:lnTo>
                <a:lnTo>
                  <a:pt x="322071" y="2527300"/>
                </a:lnTo>
                <a:close/>
              </a:path>
              <a:path w="803275" h="4356100">
                <a:moveTo>
                  <a:pt x="326643" y="2565400"/>
                </a:moveTo>
                <a:lnTo>
                  <a:pt x="326135" y="2565400"/>
                </a:lnTo>
                <a:lnTo>
                  <a:pt x="326135" y="2552700"/>
                </a:lnTo>
                <a:lnTo>
                  <a:pt x="326643" y="2565400"/>
                </a:lnTo>
                <a:close/>
              </a:path>
              <a:path w="803275" h="4356100">
                <a:moveTo>
                  <a:pt x="344119" y="2679700"/>
                </a:moveTo>
                <a:lnTo>
                  <a:pt x="342900" y="2679700"/>
                </a:lnTo>
                <a:lnTo>
                  <a:pt x="342900" y="2667000"/>
                </a:lnTo>
                <a:lnTo>
                  <a:pt x="344119" y="2679700"/>
                </a:lnTo>
                <a:close/>
              </a:path>
              <a:path w="803275" h="4356100">
                <a:moveTo>
                  <a:pt x="350011" y="2717800"/>
                </a:moveTo>
                <a:lnTo>
                  <a:pt x="348996" y="2717800"/>
                </a:lnTo>
                <a:lnTo>
                  <a:pt x="348996" y="2705100"/>
                </a:lnTo>
                <a:lnTo>
                  <a:pt x="350011" y="2717800"/>
                </a:lnTo>
                <a:close/>
              </a:path>
              <a:path w="803275" h="4356100">
                <a:moveTo>
                  <a:pt x="361187" y="2781300"/>
                </a:moveTo>
                <a:lnTo>
                  <a:pt x="359664" y="2781300"/>
                </a:lnTo>
                <a:lnTo>
                  <a:pt x="359664" y="2768600"/>
                </a:lnTo>
                <a:lnTo>
                  <a:pt x="361187" y="2781300"/>
                </a:lnTo>
                <a:close/>
              </a:path>
              <a:path w="803275" h="4356100">
                <a:moveTo>
                  <a:pt x="425195" y="3035300"/>
                </a:moveTo>
                <a:lnTo>
                  <a:pt x="422147" y="3035300"/>
                </a:lnTo>
                <a:lnTo>
                  <a:pt x="422147" y="3022600"/>
                </a:lnTo>
                <a:lnTo>
                  <a:pt x="425195" y="3035300"/>
                </a:lnTo>
                <a:close/>
              </a:path>
              <a:path w="803275" h="4356100">
                <a:moveTo>
                  <a:pt x="517397" y="3302000"/>
                </a:moveTo>
                <a:lnTo>
                  <a:pt x="513587" y="3302000"/>
                </a:lnTo>
                <a:lnTo>
                  <a:pt x="513587" y="3289300"/>
                </a:lnTo>
                <a:lnTo>
                  <a:pt x="517397" y="3302000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3201" rIns="0" bIns="0" rtlCol="0" vert="horz">
            <a:spAutoFit/>
          </a:bodyPr>
          <a:lstStyle/>
          <a:p>
            <a:pPr marL="167640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IMPLEMENTATION</a:t>
            </a:r>
            <a:r>
              <a:rPr dirty="0" spc="-90"/>
              <a:t> </a:t>
            </a:r>
            <a:r>
              <a:rPr dirty="0" spc="-10"/>
              <a:t>SCREENSHOTS</a:t>
            </a:r>
          </a:p>
        </p:txBody>
      </p: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0348" y="1853183"/>
            <a:ext cx="8540495" cy="40660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31291" y="5055107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567" y="575332"/>
                </a:lnTo>
                <a:lnTo>
                  <a:pt x="197998" y="564367"/>
                </a:lnTo>
                <a:lnTo>
                  <a:pt x="156446" y="546818"/>
                </a:lnTo>
                <a:lnTo>
                  <a:pt x="118506" y="523280"/>
                </a:lnTo>
                <a:lnTo>
                  <a:pt x="84772" y="494347"/>
                </a:lnTo>
                <a:lnTo>
                  <a:pt x="55839" y="460613"/>
                </a:lnTo>
                <a:lnTo>
                  <a:pt x="32301" y="422673"/>
                </a:lnTo>
                <a:lnTo>
                  <a:pt x="14752" y="381121"/>
                </a:lnTo>
                <a:lnTo>
                  <a:pt x="3787" y="336552"/>
                </a:lnTo>
                <a:lnTo>
                  <a:pt x="0" y="289559"/>
                </a:lnTo>
                <a:lnTo>
                  <a:pt x="3787" y="242567"/>
                </a:lnTo>
                <a:lnTo>
                  <a:pt x="14752" y="197998"/>
                </a:lnTo>
                <a:lnTo>
                  <a:pt x="32301" y="156446"/>
                </a:lnTo>
                <a:lnTo>
                  <a:pt x="55839" y="118506"/>
                </a:lnTo>
                <a:lnTo>
                  <a:pt x="84772" y="84772"/>
                </a:lnTo>
                <a:lnTo>
                  <a:pt x="118506" y="55839"/>
                </a:lnTo>
                <a:lnTo>
                  <a:pt x="156446" y="32301"/>
                </a:lnTo>
                <a:lnTo>
                  <a:pt x="197998" y="14752"/>
                </a:lnTo>
                <a:lnTo>
                  <a:pt x="242567" y="3787"/>
                </a:lnTo>
                <a:lnTo>
                  <a:pt x="289559" y="0"/>
                </a:lnTo>
                <a:lnTo>
                  <a:pt x="336552" y="3787"/>
                </a:lnTo>
                <a:lnTo>
                  <a:pt x="381121" y="14752"/>
                </a:lnTo>
                <a:lnTo>
                  <a:pt x="422673" y="32301"/>
                </a:lnTo>
                <a:lnTo>
                  <a:pt x="460613" y="55839"/>
                </a:lnTo>
                <a:lnTo>
                  <a:pt x="494347" y="84772"/>
                </a:lnTo>
                <a:lnTo>
                  <a:pt x="523280" y="118506"/>
                </a:lnTo>
                <a:lnTo>
                  <a:pt x="546818" y="156446"/>
                </a:lnTo>
                <a:lnTo>
                  <a:pt x="564367" y="197998"/>
                </a:lnTo>
                <a:lnTo>
                  <a:pt x="575332" y="242567"/>
                </a:lnTo>
                <a:lnTo>
                  <a:pt x="579119" y="289559"/>
                </a:lnTo>
                <a:lnTo>
                  <a:pt x="575332" y="336552"/>
                </a:lnTo>
                <a:lnTo>
                  <a:pt x="564367" y="381121"/>
                </a:lnTo>
                <a:lnTo>
                  <a:pt x="546818" y="422673"/>
                </a:lnTo>
                <a:lnTo>
                  <a:pt x="523280" y="460613"/>
                </a:lnTo>
                <a:lnTo>
                  <a:pt x="494347" y="494347"/>
                </a:lnTo>
                <a:lnTo>
                  <a:pt x="460613" y="523280"/>
                </a:lnTo>
                <a:lnTo>
                  <a:pt x="422673" y="546818"/>
                </a:lnTo>
                <a:lnTo>
                  <a:pt x="381121" y="564367"/>
                </a:lnTo>
                <a:lnTo>
                  <a:pt x="336552" y="575332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42705" y="5194734"/>
            <a:ext cx="15557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12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7150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68473" y="2780719"/>
            <a:ext cx="1035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71500" y="1933955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44"/>
                </a:lnTo>
                <a:lnTo>
                  <a:pt x="61228" y="30772"/>
                </a:lnTo>
                <a:lnTo>
                  <a:pt x="28870" y="65178"/>
                </a:lnTo>
                <a:lnTo>
                  <a:pt x="7632" y="108655"/>
                </a:lnTo>
                <a:lnTo>
                  <a:pt x="0" y="158495"/>
                </a:lnTo>
                <a:lnTo>
                  <a:pt x="7632" y="209080"/>
                </a:lnTo>
                <a:lnTo>
                  <a:pt x="28870" y="253008"/>
                </a:lnTo>
                <a:lnTo>
                  <a:pt x="61228" y="287645"/>
                </a:lnTo>
                <a:lnTo>
                  <a:pt x="102217" y="310359"/>
                </a:lnTo>
                <a:lnTo>
                  <a:pt x="149351" y="318515"/>
                </a:lnTo>
                <a:lnTo>
                  <a:pt x="196327" y="310359"/>
                </a:lnTo>
                <a:lnTo>
                  <a:pt x="236939" y="287645"/>
                </a:lnTo>
                <a:lnTo>
                  <a:pt x="268845" y="253008"/>
                </a:lnTo>
                <a:lnTo>
                  <a:pt x="289706" y="209080"/>
                </a:lnTo>
                <a:lnTo>
                  <a:pt x="297180" y="158495"/>
                </a:lnTo>
                <a:lnTo>
                  <a:pt x="289706" y="108655"/>
                </a:lnTo>
                <a:lnTo>
                  <a:pt x="268845" y="65178"/>
                </a:lnTo>
                <a:lnTo>
                  <a:pt x="236939" y="30772"/>
                </a:lnTo>
                <a:lnTo>
                  <a:pt x="196327" y="8144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85306" y="2000445"/>
            <a:ext cx="711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4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71500" y="31043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336"/>
                </a:lnTo>
                <a:lnTo>
                  <a:pt x="28870" y="251813"/>
                </a:lnTo>
                <a:lnTo>
                  <a:pt x="61228" y="286219"/>
                </a:lnTo>
                <a:lnTo>
                  <a:pt x="102217" y="308847"/>
                </a:lnTo>
                <a:lnTo>
                  <a:pt x="149351" y="316991"/>
                </a:lnTo>
                <a:lnTo>
                  <a:pt x="196327" y="308847"/>
                </a:lnTo>
                <a:lnTo>
                  <a:pt x="236939" y="286219"/>
                </a:lnTo>
                <a:lnTo>
                  <a:pt x="268845" y="251813"/>
                </a:lnTo>
                <a:lnTo>
                  <a:pt x="289706" y="208336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65436" y="3170920"/>
            <a:ext cx="11048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65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71500" y="232257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217" y="8156"/>
                </a:lnTo>
                <a:lnTo>
                  <a:pt x="61228" y="30870"/>
                </a:lnTo>
                <a:lnTo>
                  <a:pt x="28870" y="65507"/>
                </a:lnTo>
                <a:lnTo>
                  <a:pt x="7632" y="109435"/>
                </a:lnTo>
                <a:lnTo>
                  <a:pt x="0" y="160019"/>
                </a:lnTo>
                <a:lnTo>
                  <a:pt x="7632" y="209860"/>
                </a:lnTo>
                <a:lnTo>
                  <a:pt x="28870" y="253337"/>
                </a:lnTo>
                <a:lnTo>
                  <a:pt x="61228" y="287743"/>
                </a:lnTo>
                <a:lnTo>
                  <a:pt x="102217" y="310371"/>
                </a:lnTo>
                <a:lnTo>
                  <a:pt x="149351" y="318515"/>
                </a:lnTo>
                <a:lnTo>
                  <a:pt x="196327" y="310371"/>
                </a:lnTo>
                <a:lnTo>
                  <a:pt x="236939" y="287743"/>
                </a:lnTo>
                <a:lnTo>
                  <a:pt x="268845" y="253337"/>
                </a:lnTo>
                <a:lnTo>
                  <a:pt x="289706" y="209860"/>
                </a:lnTo>
                <a:lnTo>
                  <a:pt x="297180" y="160019"/>
                </a:lnTo>
                <a:lnTo>
                  <a:pt x="289706" y="109435"/>
                </a:lnTo>
                <a:lnTo>
                  <a:pt x="268845" y="65507"/>
                </a:lnTo>
                <a:lnTo>
                  <a:pt x="236939" y="30870"/>
                </a:lnTo>
                <a:lnTo>
                  <a:pt x="196327" y="8156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69992" y="2390645"/>
            <a:ext cx="1016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71500" y="3884676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6327" y="308994"/>
                </a:lnTo>
                <a:lnTo>
                  <a:pt x="236939" y="286658"/>
                </a:lnTo>
                <a:lnTo>
                  <a:pt x="268845" y="252471"/>
                </a:lnTo>
                <a:lnTo>
                  <a:pt x="289706" y="208922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666954" y="3951194"/>
            <a:ext cx="10731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71500" y="34945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336"/>
                </a:lnTo>
                <a:lnTo>
                  <a:pt x="28870" y="251813"/>
                </a:lnTo>
                <a:lnTo>
                  <a:pt x="61228" y="286219"/>
                </a:lnTo>
                <a:lnTo>
                  <a:pt x="102217" y="308847"/>
                </a:lnTo>
                <a:lnTo>
                  <a:pt x="149351" y="316991"/>
                </a:lnTo>
                <a:lnTo>
                  <a:pt x="196327" y="308847"/>
                </a:lnTo>
                <a:lnTo>
                  <a:pt x="236939" y="286219"/>
                </a:lnTo>
                <a:lnTo>
                  <a:pt x="268845" y="251813"/>
                </a:lnTo>
                <a:lnTo>
                  <a:pt x="289706" y="208336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668473" y="3560993"/>
            <a:ext cx="1028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571500" y="427482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6327" y="308994"/>
                </a:lnTo>
                <a:lnTo>
                  <a:pt x="236939" y="286658"/>
                </a:lnTo>
                <a:lnTo>
                  <a:pt x="268845" y="252471"/>
                </a:lnTo>
                <a:lnTo>
                  <a:pt x="289706" y="208922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669992" y="4341267"/>
            <a:ext cx="1009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571500" y="4664964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217" y="7997"/>
                </a:lnTo>
                <a:lnTo>
                  <a:pt x="61228" y="30333"/>
                </a:lnTo>
                <a:lnTo>
                  <a:pt x="28870" y="64520"/>
                </a:lnTo>
                <a:lnTo>
                  <a:pt x="7632" y="108069"/>
                </a:lnTo>
                <a:lnTo>
                  <a:pt x="0" y="158495"/>
                </a:lnTo>
                <a:lnTo>
                  <a:pt x="7632" y="208922"/>
                </a:lnTo>
                <a:lnTo>
                  <a:pt x="28870" y="252471"/>
                </a:lnTo>
                <a:lnTo>
                  <a:pt x="61228" y="286658"/>
                </a:lnTo>
                <a:lnTo>
                  <a:pt x="102217" y="308994"/>
                </a:lnTo>
                <a:lnTo>
                  <a:pt x="149351" y="316991"/>
                </a:lnTo>
                <a:lnTo>
                  <a:pt x="196327" y="308994"/>
                </a:lnTo>
                <a:lnTo>
                  <a:pt x="236939" y="286658"/>
                </a:lnTo>
                <a:lnTo>
                  <a:pt x="268845" y="252471"/>
                </a:lnTo>
                <a:lnTo>
                  <a:pt x="289706" y="208922"/>
                </a:lnTo>
                <a:lnTo>
                  <a:pt x="297180" y="158495"/>
                </a:lnTo>
                <a:lnTo>
                  <a:pt x="289706" y="108069"/>
                </a:lnTo>
                <a:lnTo>
                  <a:pt x="268845" y="64520"/>
                </a:lnTo>
                <a:lnTo>
                  <a:pt x="236939" y="30333"/>
                </a:lnTo>
                <a:lnTo>
                  <a:pt x="196327" y="7997"/>
                </a:lnTo>
                <a:lnTo>
                  <a:pt x="149351" y="0"/>
                </a:lnTo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666954" y="4731468"/>
            <a:ext cx="1054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2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9540240" y="1315465"/>
            <a:ext cx="1149350" cy="4914900"/>
            <a:chOff x="9540240" y="1315465"/>
            <a:chExt cx="1149350" cy="4914900"/>
          </a:xfrm>
        </p:grpSpPr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0240" y="1377696"/>
              <a:ext cx="548639" cy="140207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9631681" y="1315465"/>
              <a:ext cx="1057910" cy="4914900"/>
            </a:xfrm>
            <a:custGeom>
              <a:avLst/>
              <a:gdLst/>
              <a:ahLst/>
              <a:cxnLst/>
              <a:rect l="l" t="t" r="r" b="b"/>
              <a:pathLst>
                <a:path w="1057909" h="4914900">
                  <a:moveTo>
                    <a:pt x="702563" y="3860800"/>
                  </a:moveTo>
                  <a:lnTo>
                    <a:pt x="300227" y="3860800"/>
                  </a:lnTo>
                  <a:lnTo>
                    <a:pt x="291083" y="3835400"/>
                  </a:lnTo>
                  <a:lnTo>
                    <a:pt x="283463" y="3822700"/>
                  </a:lnTo>
                  <a:lnTo>
                    <a:pt x="274319" y="3797300"/>
                  </a:lnTo>
                  <a:lnTo>
                    <a:pt x="259080" y="3759200"/>
                  </a:lnTo>
                  <a:lnTo>
                    <a:pt x="249935" y="3746500"/>
                  </a:lnTo>
                  <a:lnTo>
                    <a:pt x="227076" y="3670300"/>
                  </a:lnTo>
                  <a:lnTo>
                    <a:pt x="220980" y="3670300"/>
                  </a:lnTo>
                  <a:lnTo>
                    <a:pt x="198119" y="3594100"/>
                  </a:lnTo>
                  <a:lnTo>
                    <a:pt x="192023" y="3581400"/>
                  </a:lnTo>
                  <a:lnTo>
                    <a:pt x="184404" y="3556000"/>
                  </a:lnTo>
                  <a:lnTo>
                    <a:pt x="172212" y="3517900"/>
                  </a:lnTo>
                  <a:lnTo>
                    <a:pt x="164591" y="3505200"/>
                  </a:lnTo>
                  <a:lnTo>
                    <a:pt x="140208" y="3429000"/>
                  </a:lnTo>
                  <a:lnTo>
                    <a:pt x="128016" y="3378200"/>
                  </a:lnTo>
                  <a:lnTo>
                    <a:pt x="123444" y="3365500"/>
                  </a:lnTo>
                  <a:lnTo>
                    <a:pt x="111251" y="3327400"/>
                  </a:lnTo>
                  <a:lnTo>
                    <a:pt x="96012" y="3263900"/>
                  </a:lnTo>
                  <a:lnTo>
                    <a:pt x="91439" y="3251200"/>
                  </a:lnTo>
                  <a:lnTo>
                    <a:pt x="86867" y="3213100"/>
                  </a:lnTo>
                  <a:lnTo>
                    <a:pt x="64007" y="3124200"/>
                  </a:lnTo>
                  <a:lnTo>
                    <a:pt x="60959" y="3098800"/>
                  </a:lnTo>
                  <a:lnTo>
                    <a:pt x="56387" y="3073400"/>
                  </a:lnTo>
                  <a:lnTo>
                    <a:pt x="53339" y="3060700"/>
                  </a:lnTo>
                  <a:lnTo>
                    <a:pt x="48767" y="3035300"/>
                  </a:lnTo>
                  <a:lnTo>
                    <a:pt x="42671" y="2984500"/>
                  </a:lnTo>
                  <a:lnTo>
                    <a:pt x="38100" y="2971800"/>
                  </a:lnTo>
                  <a:lnTo>
                    <a:pt x="32003" y="2933700"/>
                  </a:lnTo>
                  <a:lnTo>
                    <a:pt x="30480" y="2908300"/>
                  </a:lnTo>
                  <a:lnTo>
                    <a:pt x="21335" y="2844800"/>
                  </a:lnTo>
                  <a:lnTo>
                    <a:pt x="19812" y="2832100"/>
                  </a:lnTo>
                  <a:lnTo>
                    <a:pt x="13716" y="2755900"/>
                  </a:lnTo>
                  <a:lnTo>
                    <a:pt x="10667" y="2743200"/>
                  </a:lnTo>
                  <a:lnTo>
                    <a:pt x="7619" y="2692400"/>
                  </a:lnTo>
                  <a:lnTo>
                    <a:pt x="6096" y="2679700"/>
                  </a:lnTo>
                  <a:lnTo>
                    <a:pt x="4571" y="2641600"/>
                  </a:lnTo>
                  <a:lnTo>
                    <a:pt x="4571" y="2628900"/>
                  </a:lnTo>
                  <a:lnTo>
                    <a:pt x="1523" y="2590800"/>
                  </a:lnTo>
                  <a:lnTo>
                    <a:pt x="1523" y="2540000"/>
                  </a:lnTo>
                  <a:lnTo>
                    <a:pt x="0" y="2527300"/>
                  </a:lnTo>
                  <a:lnTo>
                    <a:pt x="0" y="2387600"/>
                  </a:lnTo>
                  <a:lnTo>
                    <a:pt x="1523" y="2374900"/>
                  </a:lnTo>
                  <a:lnTo>
                    <a:pt x="1523" y="2324100"/>
                  </a:lnTo>
                  <a:lnTo>
                    <a:pt x="4571" y="2286000"/>
                  </a:lnTo>
                  <a:lnTo>
                    <a:pt x="4571" y="2260600"/>
                  </a:lnTo>
                  <a:lnTo>
                    <a:pt x="7619" y="2222500"/>
                  </a:lnTo>
                  <a:lnTo>
                    <a:pt x="10667" y="2171700"/>
                  </a:lnTo>
                  <a:lnTo>
                    <a:pt x="13716" y="2146300"/>
                  </a:lnTo>
                  <a:lnTo>
                    <a:pt x="16764" y="2108200"/>
                  </a:lnTo>
                  <a:lnTo>
                    <a:pt x="32003" y="1981200"/>
                  </a:lnTo>
                  <a:lnTo>
                    <a:pt x="38100" y="1943100"/>
                  </a:lnTo>
                  <a:lnTo>
                    <a:pt x="42671" y="1917700"/>
                  </a:lnTo>
                  <a:lnTo>
                    <a:pt x="48767" y="1879600"/>
                  </a:lnTo>
                  <a:lnTo>
                    <a:pt x="53339" y="1854200"/>
                  </a:lnTo>
                  <a:lnTo>
                    <a:pt x="64007" y="1790700"/>
                  </a:lnTo>
                  <a:lnTo>
                    <a:pt x="86867" y="1689100"/>
                  </a:lnTo>
                  <a:lnTo>
                    <a:pt x="91439" y="1663700"/>
                  </a:lnTo>
                  <a:lnTo>
                    <a:pt x="96012" y="1651000"/>
                  </a:lnTo>
                  <a:lnTo>
                    <a:pt x="111251" y="1587500"/>
                  </a:lnTo>
                  <a:lnTo>
                    <a:pt x="117348" y="1574800"/>
                  </a:lnTo>
                  <a:lnTo>
                    <a:pt x="123444" y="1536700"/>
                  </a:lnTo>
                  <a:lnTo>
                    <a:pt x="128016" y="1524000"/>
                  </a:lnTo>
                  <a:lnTo>
                    <a:pt x="164591" y="1409700"/>
                  </a:lnTo>
                  <a:lnTo>
                    <a:pt x="172212" y="1384300"/>
                  </a:lnTo>
                  <a:lnTo>
                    <a:pt x="184404" y="1346200"/>
                  </a:lnTo>
                  <a:lnTo>
                    <a:pt x="192023" y="1320800"/>
                  </a:lnTo>
                  <a:lnTo>
                    <a:pt x="198119" y="1308100"/>
                  </a:lnTo>
                  <a:lnTo>
                    <a:pt x="220980" y="1244600"/>
                  </a:lnTo>
                  <a:lnTo>
                    <a:pt x="227076" y="1231900"/>
                  </a:lnTo>
                  <a:lnTo>
                    <a:pt x="249935" y="1168400"/>
                  </a:lnTo>
                  <a:lnTo>
                    <a:pt x="259080" y="1155700"/>
                  </a:lnTo>
                  <a:lnTo>
                    <a:pt x="274319" y="1117600"/>
                  </a:lnTo>
                  <a:lnTo>
                    <a:pt x="283463" y="1092200"/>
                  </a:lnTo>
                  <a:lnTo>
                    <a:pt x="291083" y="1079500"/>
                  </a:lnTo>
                  <a:lnTo>
                    <a:pt x="300227" y="1054100"/>
                  </a:lnTo>
                  <a:lnTo>
                    <a:pt x="307848" y="1041400"/>
                  </a:lnTo>
                  <a:lnTo>
                    <a:pt x="326135" y="1003300"/>
                  </a:lnTo>
                  <a:lnTo>
                    <a:pt x="333755" y="977900"/>
                  </a:lnTo>
                  <a:lnTo>
                    <a:pt x="361187" y="927100"/>
                  </a:lnTo>
                  <a:lnTo>
                    <a:pt x="371855" y="914400"/>
                  </a:lnTo>
                  <a:lnTo>
                    <a:pt x="399287" y="850900"/>
                  </a:lnTo>
                  <a:lnTo>
                    <a:pt x="409955" y="838200"/>
                  </a:lnTo>
                  <a:lnTo>
                    <a:pt x="419099" y="812800"/>
                  </a:lnTo>
                  <a:lnTo>
                    <a:pt x="429767" y="800100"/>
                  </a:lnTo>
                  <a:lnTo>
                    <a:pt x="438912" y="774700"/>
                  </a:lnTo>
                  <a:lnTo>
                    <a:pt x="460248" y="749300"/>
                  </a:lnTo>
                  <a:lnTo>
                    <a:pt x="469391" y="736600"/>
                  </a:lnTo>
                  <a:lnTo>
                    <a:pt x="501395" y="673100"/>
                  </a:lnTo>
                  <a:lnTo>
                    <a:pt x="512063" y="660400"/>
                  </a:lnTo>
                  <a:lnTo>
                    <a:pt x="524255" y="647700"/>
                  </a:lnTo>
                  <a:lnTo>
                    <a:pt x="556259" y="584200"/>
                  </a:lnTo>
                  <a:lnTo>
                    <a:pt x="568451" y="571500"/>
                  </a:lnTo>
                  <a:lnTo>
                    <a:pt x="579119" y="558800"/>
                  </a:lnTo>
                  <a:lnTo>
                    <a:pt x="591312" y="546100"/>
                  </a:lnTo>
                  <a:lnTo>
                    <a:pt x="601980" y="520700"/>
                  </a:lnTo>
                  <a:lnTo>
                    <a:pt x="638555" y="469900"/>
                  </a:lnTo>
                  <a:lnTo>
                    <a:pt x="649223" y="457200"/>
                  </a:lnTo>
                  <a:lnTo>
                    <a:pt x="661416" y="431800"/>
                  </a:lnTo>
                  <a:lnTo>
                    <a:pt x="697991" y="393700"/>
                  </a:lnTo>
                  <a:lnTo>
                    <a:pt x="711708" y="381000"/>
                  </a:lnTo>
                  <a:lnTo>
                    <a:pt x="736091" y="342900"/>
                  </a:lnTo>
                  <a:lnTo>
                    <a:pt x="749808" y="330200"/>
                  </a:lnTo>
                  <a:lnTo>
                    <a:pt x="774191" y="292100"/>
                  </a:lnTo>
                  <a:lnTo>
                    <a:pt x="801623" y="266700"/>
                  </a:lnTo>
                  <a:lnTo>
                    <a:pt x="813816" y="241300"/>
                  </a:lnTo>
                  <a:lnTo>
                    <a:pt x="854963" y="203200"/>
                  </a:lnTo>
                  <a:lnTo>
                    <a:pt x="867155" y="190500"/>
                  </a:lnTo>
                  <a:lnTo>
                    <a:pt x="908304" y="139700"/>
                  </a:lnTo>
                  <a:lnTo>
                    <a:pt x="923544" y="127000"/>
                  </a:lnTo>
                  <a:lnTo>
                    <a:pt x="950976" y="88900"/>
                  </a:lnTo>
                  <a:lnTo>
                    <a:pt x="1022604" y="25400"/>
                  </a:lnTo>
                  <a:lnTo>
                    <a:pt x="1037844" y="12700"/>
                  </a:lnTo>
                  <a:lnTo>
                    <a:pt x="1051559" y="0"/>
                  </a:lnTo>
                  <a:lnTo>
                    <a:pt x="1057655" y="0"/>
                  </a:lnTo>
                  <a:lnTo>
                    <a:pt x="1057655" y="520700"/>
                  </a:lnTo>
                  <a:lnTo>
                    <a:pt x="1054608" y="520700"/>
                  </a:lnTo>
                  <a:lnTo>
                    <a:pt x="1042416" y="546100"/>
                  </a:lnTo>
                  <a:lnTo>
                    <a:pt x="1031748" y="546100"/>
                  </a:lnTo>
                  <a:lnTo>
                    <a:pt x="1019555" y="571500"/>
                  </a:lnTo>
                  <a:lnTo>
                    <a:pt x="1007363" y="584200"/>
                  </a:lnTo>
                  <a:lnTo>
                    <a:pt x="1008887" y="584200"/>
                  </a:lnTo>
                  <a:lnTo>
                    <a:pt x="996695" y="596900"/>
                  </a:lnTo>
                  <a:lnTo>
                    <a:pt x="986027" y="609600"/>
                  </a:lnTo>
                  <a:lnTo>
                    <a:pt x="973835" y="622300"/>
                  </a:lnTo>
                  <a:lnTo>
                    <a:pt x="975359" y="622300"/>
                  </a:lnTo>
                  <a:lnTo>
                    <a:pt x="963167" y="635000"/>
                  </a:lnTo>
                  <a:lnTo>
                    <a:pt x="964691" y="635000"/>
                  </a:lnTo>
                  <a:lnTo>
                    <a:pt x="952499" y="660400"/>
                  </a:lnTo>
                  <a:lnTo>
                    <a:pt x="941831" y="660400"/>
                  </a:lnTo>
                  <a:lnTo>
                    <a:pt x="920495" y="698500"/>
                  </a:lnTo>
                  <a:lnTo>
                    <a:pt x="909827" y="711200"/>
                  </a:lnTo>
                  <a:lnTo>
                    <a:pt x="911351" y="711200"/>
                  </a:lnTo>
                  <a:lnTo>
                    <a:pt x="899159" y="736600"/>
                  </a:lnTo>
                  <a:lnTo>
                    <a:pt x="890016" y="736600"/>
                  </a:lnTo>
                  <a:lnTo>
                    <a:pt x="868680" y="774700"/>
                  </a:lnTo>
                  <a:lnTo>
                    <a:pt x="870204" y="774700"/>
                  </a:lnTo>
                  <a:lnTo>
                    <a:pt x="838199" y="812800"/>
                  </a:lnTo>
                  <a:lnTo>
                    <a:pt x="839723" y="812800"/>
                  </a:lnTo>
                  <a:lnTo>
                    <a:pt x="829055" y="838200"/>
                  </a:lnTo>
                  <a:lnTo>
                    <a:pt x="819912" y="850900"/>
                  </a:lnTo>
                  <a:lnTo>
                    <a:pt x="809244" y="863600"/>
                  </a:lnTo>
                  <a:lnTo>
                    <a:pt x="810767" y="863600"/>
                  </a:lnTo>
                  <a:lnTo>
                    <a:pt x="800099" y="889000"/>
                  </a:lnTo>
                  <a:lnTo>
                    <a:pt x="790955" y="889000"/>
                  </a:lnTo>
                  <a:lnTo>
                    <a:pt x="768095" y="939800"/>
                  </a:lnTo>
                  <a:lnTo>
                    <a:pt x="763523" y="939800"/>
                  </a:lnTo>
                  <a:lnTo>
                    <a:pt x="740663" y="990600"/>
                  </a:lnTo>
                  <a:lnTo>
                    <a:pt x="736091" y="990600"/>
                  </a:lnTo>
                  <a:lnTo>
                    <a:pt x="726948" y="1003300"/>
                  </a:lnTo>
                  <a:lnTo>
                    <a:pt x="728472" y="1003300"/>
                  </a:lnTo>
                  <a:lnTo>
                    <a:pt x="717804" y="1028700"/>
                  </a:lnTo>
                  <a:lnTo>
                    <a:pt x="719327" y="1028700"/>
                  </a:lnTo>
                  <a:lnTo>
                    <a:pt x="701040" y="1054100"/>
                  </a:lnTo>
                  <a:lnTo>
                    <a:pt x="702563" y="1054100"/>
                  </a:lnTo>
                  <a:lnTo>
                    <a:pt x="684276" y="1092200"/>
                  </a:lnTo>
                  <a:lnTo>
                    <a:pt x="685799" y="1092200"/>
                  </a:lnTo>
                  <a:lnTo>
                    <a:pt x="681227" y="1104900"/>
                  </a:lnTo>
                  <a:lnTo>
                    <a:pt x="676655" y="1104900"/>
                  </a:lnTo>
                  <a:lnTo>
                    <a:pt x="669035" y="1117600"/>
                  </a:lnTo>
                  <a:lnTo>
                    <a:pt x="659891" y="1143000"/>
                  </a:lnTo>
                  <a:lnTo>
                    <a:pt x="661416" y="1143000"/>
                  </a:lnTo>
                  <a:lnTo>
                    <a:pt x="652272" y="1155700"/>
                  </a:lnTo>
                  <a:lnTo>
                    <a:pt x="644651" y="1168400"/>
                  </a:lnTo>
                  <a:lnTo>
                    <a:pt x="621791" y="1231900"/>
                  </a:lnTo>
                  <a:lnTo>
                    <a:pt x="614172" y="1231900"/>
                  </a:lnTo>
                  <a:lnTo>
                    <a:pt x="598931" y="1270000"/>
                  </a:lnTo>
                  <a:lnTo>
                    <a:pt x="600455" y="1270000"/>
                  </a:lnTo>
                  <a:lnTo>
                    <a:pt x="585216" y="1308100"/>
                  </a:lnTo>
                  <a:lnTo>
                    <a:pt x="579119" y="1320800"/>
                  </a:lnTo>
                  <a:lnTo>
                    <a:pt x="571499" y="1346200"/>
                  </a:lnTo>
                  <a:lnTo>
                    <a:pt x="565404" y="1358900"/>
                  </a:lnTo>
                  <a:lnTo>
                    <a:pt x="557784" y="1384300"/>
                  </a:lnTo>
                  <a:lnTo>
                    <a:pt x="559308" y="1384300"/>
                  </a:lnTo>
                  <a:lnTo>
                    <a:pt x="551687" y="1397000"/>
                  </a:lnTo>
                  <a:lnTo>
                    <a:pt x="548639" y="1409700"/>
                  </a:lnTo>
                  <a:lnTo>
                    <a:pt x="545591" y="1409700"/>
                  </a:lnTo>
                  <a:lnTo>
                    <a:pt x="512064" y="1511300"/>
                  </a:lnTo>
                  <a:lnTo>
                    <a:pt x="509016" y="1511300"/>
                  </a:lnTo>
                  <a:lnTo>
                    <a:pt x="502919" y="1536700"/>
                  </a:lnTo>
                  <a:lnTo>
                    <a:pt x="498348" y="1549400"/>
                  </a:lnTo>
                  <a:lnTo>
                    <a:pt x="486155" y="1587500"/>
                  </a:lnTo>
                  <a:lnTo>
                    <a:pt x="487680" y="1587500"/>
                  </a:lnTo>
                  <a:lnTo>
                    <a:pt x="481584" y="1612900"/>
                  </a:lnTo>
                  <a:lnTo>
                    <a:pt x="477012" y="1625600"/>
                  </a:lnTo>
                  <a:lnTo>
                    <a:pt x="470916" y="1651000"/>
                  </a:lnTo>
                  <a:lnTo>
                    <a:pt x="466344" y="1651000"/>
                  </a:lnTo>
                  <a:lnTo>
                    <a:pt x="463296" y="1676400"/>
                  </a:lnTo>
                  <a:lnTo>
                    <a:pt x="461772" y="1676400"/>
                  </a:lnTo>
                  <a:lnTo>
                    <a:pt x="434340" y="1790700"/>
                  </a:lnTo>
                  <a:lnTo>
                    <a:pt x="435863" y="1790700"/>
                  </a:lnTo>
                  <a:lnTo>
                    <a:pt x="423672" y="1841500"/>
                  </a:lnTo>
                  <a:lnTo>
                    <a:pt x="419099" y="1866900"/>
                  </a:lnTo>
                  <a:lnTo>
                    <a:pt x="413004" y="1905000"/>
                  </a:lnTo>
                  <a:lnTo>
                    <a:pt x="408431" y="1917700"/>
                  </a:lnTo>
                  <a:lnTo>
                    <a:pt x="406907" y="1930400"/>
                  </a:lnTo>
                  <a:lnTo>
                    <a:pt x="405384" y="1930400"/>
                  </a:lnTo>
                  <a:lnTo>
                    <a:pt x="403351" y="1955800"/>
                  </a:lnTo>
                  <a:lnTo>
                    <a:pt x="402335" y="1955800"/>
                  </a:lnTo>
                  <a:lnTo>
                    <a:pt x="397459" y="1993900"/>
                  </a:lnTo>
                  <a:lnTo>
                    <a:pt x="396240" y="1993900"/>
                  </a:lnTo>
                  <a:lnTo>
                    <a:pt x="393191" y="2006600"/>
                  </a:lnTo>
                  <a:lnTo>
                    <a:pt x="391667" y="2032000"/>
                  </a:lnTo>
                  <a:lnTo>
                    <a:pt x="385572" y="2070100"/>
                  </a:lnTo>
                  <a:lnTo>
                    <a:pt x="380999" y="2108200"/>
                  </a:lnTo>
                  <a:lnTo>
                    <a:pt x="377951" y="2146300"/>
                  </a:lnTo>
                  <a:lnTo>
                    <a:pt x="374904" y="2159000"/>
                  </a:lnTo>
                  <a:lnTo>
                    <a:pt x="371855" y="2197100"/>
                  </a:lnTo>
                  <a:lnTo>
                    <a:pt x="370839" y="2222500"/>
                  </a:lnTo>
                  <a:lnTo>
                    <a:pt x="370331" y="2222500"/>
                  </a:lnTo>
                  <a:lnTo>
                    <a:pt x="367893" y="2260600"/>
                  </a:lnTo>
                  <a:lnTo>
                    <a:pt x="367284" y="2260600"/>
                  </a:lnTo>
                  <a:lnTo>
                    <a:pt x="367284" y="2273300"/>
                  </a:lnTo>
                  <a:lnTo>
                    <a:pt x="364845" y="2311400"/>
                  </a:lnTo>
                  <a:lnTo>
                    <a:pt x="364235" y="2311400"/>
                  </a:lnTo>
                  <a:lnTo>
                    <a:pt x="364235" y="2336800"/>
                  </a:lnTo>
                  <a:lnTo>
                    <a:pt x="362712" y="2362200"/>
                  </a:lnTo>
                  <a:lnTo>
                    <a:pt x="362712" y="2400300"/>
                  </a:lnTo>
                  <a:lnTo>
                    <a:pt x="361187" y="2413000"/>
                  </a:lnTo>
                  <a:lnTo>
                    <a:pt x="361187" y="2489200"/>
                  </a:lnTo>
                  <a:lnTo>
                    <a:pt x="362712" y="2514600"/>
                  </a:lnTo>
                  <a:lnTo>
                    <a:pt x="362712" y="2552700"/>
                  </a:lnTo>
                  <a:lnTo>
                    <a:pt x="364235" y="2565400"/>
                  </a:lnTo>
                  <a:lnTo>
                    <a:pt x="364235" y="2590800"/>
                  </a:lnTo>
                  <a:lnTo>
                    <a:pt x="367284" y="2628900"/>
                  </a:lnTo>
                  <a:lnTo>
                    <a:pt x="367284" y="2641600"/>
                  </a:lnTo>
                  <a:lnTo>
                    <a:pt x="370331" y="2679700"/>
                  </a:lnTo>
                  <a:lnTo>
                    <a:pt x="371855" y="2717800"/>
                  </a:lnTo>
                  <a:lnTo>
                    <a:pt x="372465" y="2717800"/>
                  </a:lnTo>
                  <a:lnTo>
                    <a:pt x="374904" y="2755900"/>
                  </a:lnTo>
                  <a:lnTo>
                    <a:pt x="377951" y="2755900"/>
                  </a:lnTo>
                  <a:lnTo>
                    <a:pt x="379476" y="2794000"/>
                  </a:lnTo>
                  <a:lnTo>
                    <a:pt x="380999" y="2794000"/>
                  </a:lnTo>
                  <a:lnTo>
                    <a:pt x="384048" y="2832100"/>
                  </a:lnTo>
                  <a:lnTo>
                    <a:pt x="385572" y="2832100"/>
                  </a:lnTo>
                  <a:lnTo>
                    <a:pt x="388619" y="2870200"/>
                  </a:lnTo>
                  <a:lnTo>
                    <a:pt x="391667" y="2870200"/>
                  </a:lnTo>
                  <a:lnTo>
                    <a:pt x="393191" y="2908300"/>
                  </a:lnTo>
                  <a:lnTo>
                    <a:pt x="394715" y="2908300"/>
                  </a:lnTo>
                  <a:lnTo>
                    <a:pt x="413004" y="3009900"/>
                  </a:lnTo>
                  <a:lnTo>
                    <a:pt x="419099" y="3048000"/>
                  </a:lnTo>
                  <a:lnTo>
                    <a:pt x="423672" y="3060700"/>
                  </a:lnTo>
                  <a:lnTo>
                    <a:pt x="426719" y="3086100"/>
                  </a:lnTo>
                  <a:lnTo>
                    <a:pt x="435863" y="3124200"/>
                  </a:lnTo>
                  <a:lnTo>
                    <a:pt x="434340" y="3124200"/>
                  </a:lnTo>
                  <a:lnTo>
                    <a:pt x="457199" y="3213100"/>
                  </a:lnTo>
                  <a:lnTo>
                    <a:pt x="459485" y="3213100"/>
                  </a:lnTo>
                  <a:lnTo>
                    <a:pt x="466344" y="3251200"/>
                  </a:lnTo>
                  <a:lnTo>
                    <a:pt x="472440" y="3263900"/>
                  </a:lnTo>
                  <a:lnTo>
                    <a:pt x="470916" y="3263900"/>
                  </a:lnTo>
                  <a:lnTo>
                    <a:pt x="477012" y="3289300"/>
                  </a:lnTo>
                  <a:lnTo>
                    <a:pt x="481584" y="3302000"/>
                  </a:lnTo>
                  <a:lnTo>
                    <a:pt x="487680" y="3327400"/>
                  </a:lnTo>
                  <a:lnTo>
                    <a:pt x="486155" y="3327400"/>
                  </a:lnTo>
                  <a:lnTo>
                    <a:pt x="498348" y="3365500"/>
                  </a:lnTo>
                  <a:lnTo>
                    <a:pt x="502919" y="3365500"/>
                  </a:lnTo>
                  <a:lnTo>
                    <a:pt x="533399" y="3467100"/>
                  </a:lnTo>
                  <a:lnTo>
                    <a:pt x="545591" y="3492500"/>
                  </a:lnTo>
                  <a:lnTo>
                    <a:pt x="551687" y="3517900"/>
                  </a:lnTo>
                  <a:lnTo>
                    <a:pt x="559308" y="3530600"/>
                  </a:lnTo>
                  <a:lnTo>
                    <a:pt x="557784" y="3530600"/>
                  </a:lnTo>
                  <a:lnTo>
                    <a:pt x="565404" y="3556000"/>
                  </a:lnTo>
                  <a:lnTo>
                    <a:pt x="571499" y="3568700"/>
                  </a:lnTo>
                  <a:lnTo>
                    <a:pt x="579119" y="3594100"/>
                  </a:lnTo>
                  <a:lnTo>
                    <a:pt x="585216" y="3594100"/>
                  </a:lnTo>
                  <a:lnTo>
                    <a:pt x="600455" y="3632200"/>
                  </a:lnTo>
                  <a:lnTo>
                    <a:pt x="598931" y="3632200"/>
                  </a:lnTo>
                  <a:lnTo>
                    <a:pt x="644651" y="3746500"/>
                  </a:lnTo>
                  <a:lnTo>
                    <a:pt x="652272" y="3746500"/>
                  </a:lnTo>
                  <a:lnTo>
                    <a:pt x="661416" y="3771900"/>
                  </a:lnTo>
                  <a:lnTo>
                    <a:pt x="659891" y="3771900"/>
                  </a:lnTo>
                  <a:lnTo>
                    <a:pt x="669035" y="3784600"/>
                  </a:lnTo>
                  <a:lnTo>
                    <a:pt x="676655" y="3797300"/>
                  </a:lnTo>
                  <a:lnTo>
                    <a:pt x="685799" y="3822700"/>
                  </a:lnTo>
                  <a:lnTo>
                    <a:pt x="684276" y="3822700"/>
                  </a:lnTo>
                  <a:lnTo>
                    <a:pt x="702563" y="3860800"/>
                  </a:lnTo>
                  <a:close/>
                </a:path>
                <a:path w="1057909" h="4914900">
                  <a:moveTo>
                    <a:pt x="941831" y="673100"/>
                  </a:moveTo>
                  <a:lnTo>
                    <a:pt x="941831" y="660400"/>
                  </a:lnTo>
                  <a:lnTo>
                    <a:pt x="947927" y="660400"/>
                  </a:lnTo>
                  <a:lnTo>
                    <a:pt x="941831" y="673100"/>
                  </a:lnTo>
                  <a:close/>
                </a:path>
                <a:path w="1057909" h="4914900">
                  <a:moveTo>
                    <a:pt x="763523" y="952500"/>
                  </a:moveTo>
                  <a:lnTo>
                    <a:pt x="763523" y="939800"/>
                  </a:lnTo>
                  <a:lnTo>
                    <a:pt x="768095" y="939800"/>
                  </a:lnTo>
                  <a:lnTo>
                    <a:pt x="763523" y="952500"/>
                  </a:lnTo>
                  <a:close/>
                </a:path>
                <a:path w="1057909" h="4914900">
                  <a:moveTo>
                    <a:pt x="736091" y="1003300"/>
                  </a:moveTo>
                  <a:lnTo>
                    <a:pt x="736091" y="990600"/>
                  </a:lnTo>
                  <a:lnTo>
                    <a:pt x="740663" y="990600"/>
                  </a:lnTo>
                  <a:lnTo>
                    <a:pt x="736091" y="1003300"/>
                  </a:lnTo>
                  <a:close/>
                </a:path>
                <a:path w="1057909" h="4914900">
                  <a:moveTo>
                    <a:pt x="676655" y="1117600"/>
                  </a:moveTo>
                  <a:lnTo>
                    <a:pt x="676655" y="1104900"/>
                  </a:lnTo>
                  <a:lnTo>
                    <a:pt x="681227" y="1104900"/>
                  </a:lnTo>
                  <a:lnTo>
                    <a:pt x="676655" y="1117600"/>
                  </a:lnTo>
                  <a:close/>
                </a:path>
                <a:path w="1057909" h="4914900">
                  <a:moveTo>
                    <a:pt x="545591" y="1422400"/>
                  </a:moveTo>
                  <a:lnTo>
                    <a:pt x="545591" y="1409700"/>
                  </a:lnTo>
                  <a:lnTo>
                    <a:pt x="548639" y="1409700"/>
                  </a:lnTo>
                  <a:lnTo>
                    <a:pt x="545591" y="1422400"/>
                  </a:lnTo>
                  <a:close/>
                </a:path>
                <a:path w="1057909" h="4914900">
                  <a:moveTo>
                    <a:pt x="509016" y="1524000"/>
                  </a:moveTo>
                  <a:lnTo>
                    <a:pt x="509016" y="1511300"/>
                  </a:lnTo>
                  <a:lnTo>
                    <a:pt x="512064" y="1511300"/>
                  </a:lnTo>
                  <a:lnTo>
                    <a:pt x="509016" y="1524000"/>
                  </a:lnTo>
                  <a:close/>
                </a:path>
                <a:path w="1057909" h="4914900">
                  <a:moveTo>
                    <a:pt x="466344" y="1663700"/>
                  </a:moveTo>
                  <a:lnTo>
                    <a:pt x="466344" y="1651000"/>
                  </a:lnTo>
                  <a:lnTo>
                    <a:pt x="469392" y="1651000"/>
                  </a:lnTo>
                  <a:lnTo>
                    <a:pt x="466344" y="1663700"/>
                  </a:lnTo>
                  <a:close/>
                </a:path>
                <a:path w="1057909" h="4914900">
                  <a:moveTo>
                    <a:pt x="461772" y="1689100"/>
                  </a:moveTo>
                  <a:lnTo>
                    <a:pt x="461772" y="1676400"/>
                  </a:lnTo>
                  <a:lnTo>
                    <a:pt x="463296" y="1676400"/>
                  </a:lnTo>
                  <a:lnTo>
                    <a:pt x="461772" y="1689100"/>
                  </a:lnTo>
                  <a:close/>
                </a:path>
                <a:path w="1057909" h="4914900">
                  <a:moveTo>
                    <a:pt x="405384" y="1943100"/>
                  </a:moveTo>
                  <a:lnTo>
                    <a:pt x="405384" y="1930400"/>
                  </a:lnTo>
                  <a:lnTo>
                    <a:pt x="406907" y="1930400"/>
                  </a:lnTo>
                  <a:lnTo>
                    <a:pt x="405384" y="1943100"/>
                  </a:lnTo>
                  <a:close/>
                </a:path>
                <a:path w="1057909" h="4914900">
                  <a:moveTo>
                    <a:pt x="364235" y="2324100"/>
                  </a:moveTo>
                  <a:lnTo>
                    <a:pt x="364235" y="2311400"/>
                  </a:lnTo>
                  <a:lnTo>
                    <a:pt x="364845" y="2311400"/>
                  </a:lnTo>
                  <a:lnTo>
                    <a:pt x="364235" y="2324100"/>
                  </a:lnTo>
                  <a:close/>
                </a:path>
                <a:path w="1057909" h="4914900">
                  <a:moveTo>
                    <a:pt x="372465" y="2717800"/>
                  </a:moveTo>
                  <a:lnTo>
                    <a:pt x="371855" y="2717800"/>
                  </a:lnTo>
                  <a:lnTo>
                    <a:pt x="371855" y="2705100"/>
                  </a:lnTo>
                  <a:lnTo>
                    <a:pt x="372465" y="2717800"/>
                  </a:lnTo>
                  <a:close/>
                </a:path>
                <a:path w="1057909" h="4914900">
                  <a:moveTo>
                    <a:pt x="376428" y="2755900"/>
                  </a:moveTo>
                  <a:lnTo>
                    <a:pt x="374904" y="2755900"/>
                  </a:lnTo>
                  <a:lnTo>
                    <a:pt x="374904" y="2743200"/>
                  </a:lnTo>
                  <a:lnTo>
                    <a:pt x="376428" y="2755900"/>
                  </a:lnTo>
                  <a:close/>
                </a:path>
                <a:path w="1057909" h="4914900">
                  <a:moveTo>
                    <a:pt x="380237" y="2794000"/>
                  </a:moveTo>
                  <a:lnTo>
                    <a:pt x="379476" y="2794000"/>
                  </a:lnTo>
                  <a:lnTo>
                    <a:pt x="379476" y="2781300"/>
                  </a:lnTo>
                  <a:lnTo>
                    <a:pt x="380237" y="2794000"/>
                  </a:lnTo>
                  <a:close/>
                </a:path>
                <a:path w="1057909" h="4914900">
                  <a:moveTo>
                    <a:pt x="384810" y="2832100"/>
                  </a:moveTo>
                  <a:lnTo>
                    <a:pt x="384048" y="2832100"/>
                  </a:lnTo>
                  <a:lnTo>
                    <a:pt x="384048" y="2819400"/>
                  </a:lnTo>
                  <a:lnTo>
                    <a:pt x="384810" y="2832100"/>
                  </a:lnTo>
                  <a:close/>
                </a:path>
                <a:path w="1057909" h="4914900">
                  <a:moveTo>
                    <a:pt x="390143" y="2870200"/>
                  </a:moveTo>
                  <a:lnTo>
                    <a:pt x="388619" y="2870200"/>
                  </a:lnTo>
                  <a:lnTo>
                    <a:pt x="388619" y="2857500"/>
                  </a:lnTo>
                  <a:lnTo>
                    <a:pt x="390143" y="2870200"/>
                  </a:lnTo>
                  <a:close/>
                </a:path>
                <a:path w="1057909" h="4914900">
                  <a:moveTo>
                    <a:pt x="394715" y="2908300"/>
                  </a:moveTo>
                  <a:lnTo>
                    <a:pt x="393191" y="2908300"/>
                  </a:lnTo>
                  <a:lnTo>
                    <a:pt x="393191" y="2895600"/>
                  </a:lnTo>
                  <a:lnTo>
                    <a:pt x="394715" y="2908300"/>
                  </a:lnTo>
                  <a:close/>
                </a:path>
                <a:path w="1057909" h="4914900">
                  <a:moveTo>
                    <a:pt x="582167" y="3594100"/>
                  </a:moveTo>
                  <a:lnTo>
                    <a:pt x="579119" y="3594100"/>
                  </a:lnTo>
                  <a:lnTo>
                    <a:pt x="579119" y="3581400"/>
                  </a:lnTo>
                  <a:lnTo>
                    <a:pt x="582167" y="3594100"/>
                  </a:lnTo>
                  <a:close/>
                </a:path>
                <a:path w="1057909" h="4914900">
                  <a:moveTo>
                    <a:pt x="648462" y="3746500"/>
                  </a:moveTo>
                  <a:lnTo>
                    <a:pt x="644651" y="3746500"/>
                  </a:lnTo>
                  <a:lnTo>
                    <a:pt x="644651" y="3733800"/>
                  </a:lnTo>
                  <a:lnTo>
                    <a:pt x="648462" y="3746500"/>
                  </a:lnTo>
                  <a:close/>
                </a:path>
                <a:path w="1057909" h="4914900">
                  <a:moveTo>
                    <a:pt x="728472" y="3898900"/>
                  </a:moveTo>
                  <a:lnTo>
                    <a:pt x="316991" y="3898900"/>
                  </a:lnTo>
                  <a:lnTo>
                    <a:pt x="307848" y="3860800"/>
                  </a:lnTo>
                  <a:lnTo>
                    <a:pt x="710184" y="3860800"/>
                  </a:lnTo>
                  <a:lnTo>
                    <a:pt x="719327" y="3886200"/>
                  </a:lnTo>
                  <a:lnTo>
                    <a:pt x="717804" y="3886200"/>
                  </a:lnTo>
                  <a:lnTo>
                    <a:pt x="728472" y="3898900"/>
                  </a:lnTo>
                  <a:close/>
                </a:path>
                <a:path w="1057909" h="4914900">
                  <a:moveTo>
                    <a:pt x="1057655" y="4914900"/>
                  </a:moveTo>
                  <a:lnTo>
                    <a:pt x="1051559" y="4914900"/>
                  </a:lnTo>
                  <a:lnTo>
                    <a:pt x="1037844" y="4889500"/>
                  </a:lnTo>
                  <a:lnTo>
                    <a:pt x="1022604" y="4889500"/>
                  </a:lnTo>
                  <a:lnTo>
                    <a:pt x="950976" y="4813300"/>
                  </a:lnTo>
                  <a:lnTo>
                    <a:pt x="923544" y="4775200"/>
                  </a:lnTo>
                  <a:lnTo>
                    <a:pt x="908304" y="4775200"/>
                  </a:lnTo>
                  <a:lnTo>
                    <a:pt x="867155" y="4724400"/>
                  </a:lnTo>
                  <a:lnTo>
                    <a:pt x="854963" y="4699000"/>
                  </a:lnTo>
                  <a:lnTo>
                    <a:pt x="813816" y="4660900"/>
                  </a:lnTo>
                  <a:lnTo>
                    <a:pt x="801623" y="4648200"/>
                  </a:lnTo>
                  <a:lnTo>
                    <a:pt x="787908" y="4622800"/>
                  </a:lnTo>
                  <a:lnTo>
                    <a:pt x="774191" y="4622800"/>
                  </a:lnTo>
                  <a:lnTo>
                    <a:pt x="749808" y="4584700"/>
                  </a:lnTo>
                  <a:lnTo>
                    <a:pt x="736091" y="4572000"/>
                  </a:lnTo>
                  <a:lnTo>
                    <a:pt x="711708" y="4533900"/>
                  </a:lnTo>
                  <a:lnTo>
                    <a:pt x="697991" y="4508500"/>
                  </a:lnTo>
                  <a:lnTo>
                    <a:pt x="685799" y="4508500"/>
                  </a:lnTo>
                  <a:lnTo>
                    <a:pt x="661416" y="4470400"/>
                  </a:lnTo>
                  <a:lnTo>
                    <a:pt x="649223" y="4457700"/>
                  </a:lnTo>
                  <a:lnTo>
                    <a:pt x="638555" y="4432300"/>
                  </a:lnTo>
                  <a:lnTo>
                    <a:pt x="601980" y="4394200"/>
                  </a:lnTo>
                  <a:lnTo>
                    <a:pt x="591312" y="4368800"/>
                  </a:lnTo>
                  <a:lnTo>
                    <a:pt x="579119" y="4356100"/>
                  </a:lnTo>
                  <a:lnTo>
                    <a:pt x="568451" y="4330700"/>
                  </a:lnTo>
                  <a:lnTo>
                    <a:pt x="556259" y="4318000"/>
                  </a:lnTo>
                  <a:lnTo>
                    <a:pt x="524255" y="4267200"/>
                  </a:lnTo>
                  <a:lnTo>
                    <a:pt x="512063" y="4241800"/>
                  </a:lnTo>
                  <a:lnTo>
                    <a:pt x="501395" y="4241800"/>
                  </a:lnTo>
                  <a:lnTo>
                    <a:pt x="469391" y="4178300"/>
                  </a:lnTo>
                  <a:lnTo>
                    <a:pt x="460248" y="4165600"/>
                  </a:lnTo>
                  <a:lnTo>
                    <a:pt x="438912" y="4127500"/>
                  </a:lnTo>
                  <a:lnTo>
                    <a:pt x="429767" y="4114800"/>
                  </a:lnTo>
                  <a:lnTo>
                    <a:pt x="419099" y="4089400"/>
                  </a:lnTo>
                  <a:lnTo>
                    <a:pt x="409955" y="4076700"/>
                  </a:lnTo>
                  <a:lnTo>
                    <a:pt x="399287" y="4051300"/>
                  </a:lnTo>
                  <a:lnTo>
                    <a:pt x="371855" y="4000500"/>
                  </a:lnTo>
                  <a:lnTo>
                    <a:pt x="361187" y="3975100"/>
                  </a:lnTo>
                  <a:lnTo>
                    <a:pt x="333755" y="3924300"/>
                  </a:lnTo>
                  <a:lnTo>
                    <a:pt x="326135" y="3898900"/>
                  </a:lnTo>
                  <a:lnTo>
                    <a:pt x="726948" y="3898900"/>
                  </a:lnTo>
                  <a:lnTo>
                    <a:pt x="736091" y="3911600"/>
                  </a:lnTo>
                  <a:lnTo>
                    <a:pt x="754380" y="3949700"/>
                  </a:lnTo>
                  <a:lnTo>
                    <a:pt x="763523" y="3962400"/>
                  </a:lnTo>
                  <a:lnTo>
                    <a:pt x="781812" y="4000500"/>
                  </a:lnTo>
                  <a:lnTo>
                    <a:pt x="800099" y="4025900"/>
                  </a:lnTo>
                  <a:lnTo>
                    <a:pt x="810767" y="4051300"/>
                  </a:lnTo>
                  <a:lnTo>
                    <a:pt x="819912" y="4051300"/>
                  </a:lnTo>
                  <a:lnTo>
                    <a:pt x="829055" y="4076700"/>
                  </a:lnTo>
                  <a:lnTo>
                    <a:pt x="839723" y="4089400"/>
                  </a:lnTo>
                  <a:lnTo>
                    <a:pt x="843533" y="4089400"/>
                  </a:lnTo>
                  <a:lnTo>
                    <a:pt x="848867" y="4102100"/>
                  </a:lnTo>
                  <a:lnTo>
                    <a:pt x="870204" y="4127500"/>
                  </a:lnTo>
                  <a:lnTo>
                    <a:pt x="868680" y="4127500"/>
                  </a:lnTo>
                  <a:lnTo>
                    <a:pt x="890016" y="4165600"/>
                  </a:lnTo>
                  <a:lnTo>
                    <a:pt x="895350" y="4165600"/>
                  </a:lnTo>
                  <a:lnTo>
                    <a:pt x="900684" y="4178300"/>
                  </a:lnTo>
                  <a:lnTo>
                    <a:pt x="899159" y="4178300"/>
                  </a:lnTo>
                  <a:lnTo>
                    <a:pt x="911351" y="4203700"/>
                  </a:lnTo>
                  <a:lnTo>
                    <a:pt x="909827" y="4203700"/>
                  </a:lnTo>
                  <a:lnTo>
                    <a:pt x="941831" y="4241800"/>
                  </a:lnTo>
                  <a:lnTo>
                    <a:pt x="954023" y="4254500"/>
                  </a:lnTo>
                  <a:lnTo>
                    <a:pt x="952499" y="4254500"/>
                  </a:lnTo>
                  <a:lnTo>
                    <a:pt x="964691" y="4267200"/>
                  </a:lnTo>
                  <a:lnTo>
                    <a:pt x="963167" y="4267200"/>
                  </a:lnTo>
                  <a:lnTo>
                    <a:pt x="975359" y="4279900"/>
                  </a:lnTo>
                  <a:lnTo>
                    <a:pt x="973835" y="4279900"/>
                  </a:lnTo>
                  <a:lnTo>
                    <a:pt x="986027" y="4292600"/>
                  </a:lnTo>
                  <a:lnTo>
                    <a:pt x="996695" y="4318000"/>
                  </a:lnTo>
                  <a:lnTo>
                    <a:pt x="1007363" y="4318000"/>
                  </a:lnTo>
                  <a:lnTo>
                    <a:pt x="1031748" y="4356100"/>
                  </a:lnTo>
                  <a:lnTo>
                    <a:pt x="1036319" y="4356100"/>
                  </a:lnTo>
                  <a:lnTo>
                    <a:pt x="1042416" y="4368800"/>
                  </a:lnTo>
                  <a:lnTo>
                    <a:pt x="1054608" y="4381500"/>
                  </a:lnTo>
                  <a:lnTo>
                    <a:pt x="1057655" y="4381500"/>
                  </a:lnTo>
                  <a:lnTo>
                    <a:pt x="1057655" y="4914900"/>
                  </a:lnTo>
                  <a:close/>
                </a:path>
              </a:pathLst>
            </a:custGeom>
            <a:solidFill>
              <a:srgbClr val="FD621F">
                <a:alpha val="1171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156" rIns="0" bIns="0" rtlCol="0" vert="horz">
            <a:spAutoFit/>
          </a:bodyPr>
          <a:lstStyle/>
          <a:p>
            <a:pPr marL="577850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ADVANTAGES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60"/>
              <a:t> </a:t>
            </a:r>
            <a:r>
              <a:rPr dirty="0" spc="-25"/>
              <a:t>LIMITATIONS</a:t>
            </a:r>
          </a:p>
        </p:txBody>
      </p:sp>
      <p:sp>
        <p:nvSpPr>
          <p:cNvPr id="24" name="object 24" descr=""/>
          <p:cNvSpPr txBox="1"/>
          <p:nvPr/>
        </p:nvSpPr>
        <p:spPr>
          <a:xfrm>
            <a:off x="1256788" y="1931727"/>
            <a:ext cx="1717675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-25" b="1">
                <a:latin typeface="Times New Roman"/>
                <a:cs typeface="Times New Roman"/>
              </a:rPr>
              <a:t>ADVANTAGES: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256842" y="2220174"/>
            <a:ext cx="5141595" cy="177101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Provides</a:t>
            </a:r>
            <a:r>
              <a:rPr dirty="0" sz="1600" spc="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real-time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updates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without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page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refresh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Improves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experience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fast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response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Ensures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efficient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management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Supports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multiple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users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simultaneously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Uses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simple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widely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used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technologies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(PHP,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MySQL)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Easy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develop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maintain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Reduces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manual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work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redundancy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256788" y="4248241"/>
            <a:ext cx="1706245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-10" b="1">
                <a:latin typeface="Times New Roman"/>
                <a:cs typeface="Times New Roman"/>
              </a:rPr>
              <a:t>LIMITATIONS: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256842" y="4536578"/>
            <a:ext cx="5629275" cy="15208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Requires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continuous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internet</a:t>
            </a:r>
            <a:r>
              <a:rPr dirty="0" sz="1600" spc="8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connection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Real-time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updates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AJAX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polling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may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increase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server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load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Limited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scalability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very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large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systems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Security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depends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proper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implementation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Not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fully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real-time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like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WebSockets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(uses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polling)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600">
                <a:latin typeface="Times New Roman"/>
                <a:cs typeface="Times New Roman"/>
              </a:rPr>
              <a:t>Performance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may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reduce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large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volume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2346" y="3149737"/>
            <a:ext cx="4338320" cy="1020444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0" spc="420" b="0" i="1">
                <a:solidFill>
                  <a:srgbClr val="181818"/>
                </a:solidFill>
                <a:latin typeface="Trebuchet MS"/>
                <a:cs typeface="Trebuchet MS"/>
              </a:rPr>
              <a:t>Thank</a:t>
            </a:r>
            <a:r>
              <a:rPr dirty="0" sz="6500" spc="5" b="0" i="1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6500" spc="575" b="0" i="1">
                <a:solidFill>
                  <a:srgbClr val="181818"/>
                </a:solidFill>
                <a:latin typeface="Trebuchet MS"/>
                <a:cs typeface="Trebuchet MS"/>
              </a:rPr>
              <a:t>you</a:t>
            </a:r>
            <a:endParaRPr sz="6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prasad vajrala</dc:creator>
  <dc:title>FSAD-PPT_Template-Milestone_Project_1 (1).pptx</dc:title>
  <dcterms:created xsi:type="dcterms:W3CDTF">2026-03-29T16:12:08Z</dcterms:created>
  <dcterms:modified xsi:type="dcterms:W3CDTF">2026-03-29T16:12:08Z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2026-03-29T00:00:00Z</vt:filetime>
  </property>
  <property fmtid="{D5CDD505-2E9C-101B-9397-08002B2CF9AE}" pid="3" name="LastSaved">
    <vt:filetime>2026-03-29T00:00:00Z</vt:filetime>
  </property>
  <property fmtid="{D5CDD505-2E9C-101B-9397-08002B2CF9AE}" pid="4" name="Producer">
    <vt:lpwstr>Microsoft: Print To PDF</vt:lpwstr>
  </property>
</Properties>
</file>